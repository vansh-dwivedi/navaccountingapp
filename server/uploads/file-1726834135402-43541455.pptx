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8813EE-C7E6-426F-9EE3-4106F4A25CF7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5AA6F3-392F-4F6E-99B3-07B2D5A9C5AD}">
      <dgm:prSet phldrT="[Text]"/>
      <dgm:spPr/>
      <dgm:t>
        <a:bodyPr/>
        <a:lstStyle/>
        <a:p>
          <a:r>
            <a:rPr lang="en-US" dirty="0"/>
            <a:t>Admin</a:t>
          </a:r>
        </a:p>
      </dgm:t>
    </dgm:pt>
    <dgm:pt modelId="{BC1F6EBE-E8EE-4FE1-9E8C-95DC05E0CF49}" type="parTrans" cxnId="{7FE30CBC-3596-4D70-944A-EA619595FBE0}">
      <dgm:prSet/>
      <dgm:spPr/>
      <dgm:t>
        <a:bodyPr/>
        <a:lstStyle/>
        <a:p>
          <a:endParaRPr lang="en-US"/>
        </a:p>
      </dgm:t>
    </dgm:pt>
    <dgm:pt modelId="{638F534D-BA54-4BD8-B20A-47159FE6729D}" type="sibTrans" cxnId="{7FE30CBC-3596-4D70-944A-EA619595FBE0}">
      <dgm:prSet/>
      <dgm:spPr/>
      <dgm:t>
        <a:bodyPr/>
        <a:lstStyle/>
        <a:p>
          <a:endParaRPr lang="en-US"/>
        </a:p>
      </dgm:t>
    </dgm:pt>
    <dgm:pt modelId="{F1561688-D5E8-4E0B-AE45-017E021F023B}">
      <dgm:prSet phldrT="[Text]"/>
      <dgm:spPr/>
      <dgm:t>
        <a:bodyPr/>
        <a:lstStyle/>
        <a:p>
          <a:r>
            <a:rPr lang="en-US" dirty="0"/>
            <a:t>Office Head</a:t>
          </a:r>
        </a:p>
      </dgm:t>
    </dgm:pt>
    <dgm:pt modelId="{834E25F9-B36C-4CBB-B40D-8B7881D5E279}" type="parTrans" cxnId="{96F4A890-302E-4961-A064-F34800EC72AB}">
      <dgm:prSet/>
      <dgm:spPr/>
      <dgm:t>
        <a:bodyPr/>
        <a:lstStyle/>
        <a:p>
          <a:endParaRPr lang="en-US"/>
        </a:p>
      </dgm:t>
    </dgm:pt>
    <dgm:pt modelId="{A43E2581-F71D-4DF7-9CD3-CA3D4E32595A}" type="sibTrans" cxnId="{96F4A890-302E-4961-A064-F34800EC72AB}">
      <dgm:prSet/>
      <dgm:spPr/>
      <dgm:t>
        <a:bodyPr/>
        <a:lstStyle/>
        <a:p>
          <a:endParaRPr lang="en-US"/>
        </a:p>
      </dgm:t>
    </dgm:pt>
    <dgm:pt modelId="{3AD5BC18-E6EA-43F6-846F-7AA4656B584B}">
      <dgm:prSet phldrT="[Text]"/>
      <dgm:spPr/>
      <dgm:t>
        <a:bodyPr/>
        <a:lstStyle/>
        <a:p>
          <a:r>
            <a:rPr lang="en-US" dirty="0"/>
            <a:t>Master Dept A </a:t>
          </a:r>
        </a:p>
      </dgm:t>
    </dgm:pt>
    <dgm:pt modelId="{4A60BA1F-FB6F-4B7F-A251-719C17BDF578}" type="parTrans" cxnId="{45D9C537-201B-4D10-BBD1-40DB91DC95D4}">
      <dgm:prSet/>
      <dgm:spPr/>
      <dgm:t>
        <a:bodyPr/>
        <a:lstStyle/>
        <a:p>
          <a:endParaRPr lang="en-US"/>
        </a:p>
      </dgm:t>
    </dgm:pt>
    <dgm:pt modelId="{FFEF0964-C7BA-4680-920A-A3C9405C11D9}" type="sibTrans" cxnId="{45D9C537-201B-4D10-BBD1-40DB91DC95D4}">
      <dgm:prSet/>
      <dgm:spPr/>
      <dgm:t>
        <a:bodyPr/>
        <a:lstStyle/>
        <a:p>
          <a:endParaRPr lang="en-US"/>
        </a:p>
      </dgm:t>
    </dgm:pt>
    <dgm:pt modelId="{11C7D855-0EEE-427C-9BA6-373A7C34504C}">
      <dgm:prSet phldrT="[Text]"/>
      <dgm:spPr/>
      <dgm:t>
        <a:bodyPr/>
        <a:lstStyle/>
        <a:p>
          <a:r>
            <a:rPr lang="en-US" dirty="0"/>
            <a:t>MASTER DEPT B</a:t>
          </a:r>
        </a:p>
      </dgm:t>
    </dgm:pt>
    <dgm:pt modelId="{C5CBDED6-CC3D-4839-B08E-9DDBEBA22032}" type="parTrans" cxnId="{CD9DE0C0-6729-41C0-A553-DE627172028E}">
      <dgm:prSet/>
      <dgm:spPr/>
      <dgm:t>
        <a:bodyPr/>
        <a:lstStyle/>
        <a:p>
          <a:endParaRPr lang="en-US"/>
        </a:p>
      </dgm:t>
    </dgm:pt>
    <dgm:pt modelId="{F3820EFB-3F52-490C-94F7-CDBB3CE480E9}" type="sibTrans" cxnId="{CD9DE0C0-6729-41C0-A553-DE627172028E}">
      <dgm:prSet/>
      <dgm:spPr/>
      <dgm:t>
        <a:bodyPr/>
        <a:lstStyle/>
        <a:p>
          <a:endParaRPr lang="en-US"/>
        </a:p>
      </dgm:t>
    </dgm:pt>
    <dgm:pt modelId="{F496E26F-FCED-4EAB-84D5-78C29EE42C64}">
      <dgm:prSet phldrT="[Text]"/>
      <dgm:spPr/>
      <dgm:t>
        <a:bodyPr/>
        <a:lstStyle/>
        <a:p>
          <a:r>
            <a:rPr lang="en-US" dirty="0"/>
            <a:t>MASTER DEPT E</a:t>
          </a:r>
        </a:p>
      </dgm:t>
    </dgm:pt>
    <dgm:pt modelId="{D5D7736F-052B-4FF6-91F0-80044A3F8719}" type="parTrans" cxnId="{F2D11C18-BC62-4A47-BE96-5F2D915852BC}">
      <dgm:prSet/>
      <dgm:spPr/>
      <dgm:t>
        <a:bodyPr/>
        <a:lstStyle/>
        <a:p>
          <a:endParaRPr lang="en-US"/>
        </a:p>
      </dgm:t>
    </dgm:pt>
    <dgm:pt modelId="{7C7C8A4F-5996-4E1B-BC52-A6DF68987B35}" type="sibTrans" cxnId="{F2D11C18-BC62-4A47-BE96-5F2D915852BC}">
      <dgm:prSet/>
      <dgm:spPr/>
      <dgm:t>
        <a:bodyPr/>
        <a:lstStyle/>
        <a:p>
          <a:endParaRPr lang="en-US"/>
        </a:p>
      </dgm:t>
    </dgm:pt>
    <dgm:pt modelId="{533FC56B-7822-4C9A-A2AE-DD282CE70D16}">
      <dgm:prSet/>
      <dgm:spPr/>
      <dgm:t>
        <a:bodyPr/>
        <a:lstStyle/>
        <a:p>
          <a:r>
            <a:rPr lang="en-US" dirty="0"/>
            <a:t> MASTER DEPT C</a:t>
          </a:r>
        </a:p>
      </dgm:t>
    </dgm:pt>
    <dgm:pt modelId="{018221EA-C7C1-42AC-A2D8-3B95770F2D2A}" type="parTrans" cxnId="{DD235039-CEC1-4A71-9B09-994FDFF03715}">
      <dgm:prSet/>
      <dgm:spPr/>
      <dgm:t>
        <a:bodyPr/>
        <a:lstStyle/>
        <a:p>
          <a:endParaRPr lang="en-US"/>
        </a:p>
      </dgm:t>
    </dgm:pt>
    <dgm:pt modelId="{4B6006CB-5C19-48BC-A63E-BD71B43CF58F}" type="sibTrans" cxnId="{DD235039-CEC1-4A71-9B09-994FDFF03715}">
      <dgm:prSet/>
      <dgm:spPr/>
      <dgm:t>
        <a:bodyPr/>
        <a:lstStyle/>
        <a:p>
          <a:endParaRPr lang="en-US"/>
        </a:p>
      </dgm:t>
    </dgm:pt>
    <dgm:pt modelId="{F56270F1-0CC2-4F2E-B239-3BE194428685}">
      <dgm:prSet/>
      <dgm:spPr/>
      <dgm:t>
        <a:bodyPr/>
        <a:lstStyle/>
        <a:p>
          <a:r>
            <a:rPr lang="en-US" dirty="0"/>
            <a:t>MASTER DEPT D</a:t>
          </a:r>
        </a:p>
      </dgm:t>
    </dgm:pt>
    <dgm:pt modelId="{00B94A29-6933-48E5-8157-30466B908E9C}" type="parTrans" cxnId="{0C2D5611-BCEF-4156-836E-472D2EB8D8DA}">
      <dgm:prSet/>
      <dgm:spPr/>
      <dgm:t>
        <a:bodyPr/>
        <a:lstStyle/>
        <a:p>
          <a:endParaRPr lang="en-US"/>
        </a:p>
      </dgm:t>
    </dgm:pt>
    <dgm:pt modelId="{C5F22D95-3C4E-495E-B065-F1D8EF2D6F6C}" type="sibTrans" cxnId="{0C2D5611-BCEF-4156-836E-472D2EB8D8DA}">
      <dgm:prSet/>
      <dgm:spPr/>
      <dgm:t>
        <a:bodyPr/>
        <a:lstStyle/>
        <a:p>
          <a:endParaRPr lang="en-US"/>
        </a:p>
      </dgm:t>
    </dgm:pt>
    <dgm:pt modelId="{0CE4B6CE-B663-458D-8427-E8A20FE14708}">
      <dgm:prSet phldrT="[Text]"/>
      <dgm:spPr/>
      <dgm:t>
        <a:bodyPr/>
        <a:lstStyle/>
        <a:p>
          <a:r>
            <a:rPr lang="en-US" dirty="0"/>
            <a:t>Head Directors</a:t>
          </a:r>
        </a:p>
      </dgm:t>
    </dgm:pt>
    <dgm:pt modelId="{2EA9222A-290E-4954-81C0-8E56872402CD}" type="parTrans" cxnId="{BDFDB6EE-6C8F-4464-B240-8D9588A0B6B2}">
      <dgm:prSet/>
      <dgm:spPr/>
      <dgm:t>
        <a:bodyPr/>
        <a:lstStyle/>
        <a:p>
          <a:endParaRPr lang="en-US"/>
        </a:p>
      </dgm:t>
    </dgm:pt>
    <dgm:pt modelId="{E7E442E4-2E15-4EA5-8CDA-5BCEB7514054}" type="sibTrans" cxnId="{BDFDB6EE-6C8F-4464-B240-8D9588A0B6B2}">
      <dgm:prSet/>
      <dgm:spPr/>
      <dgm:t>
        <a:bodyPr/>
        <a:lstStyle/>
        <a:p>
          <a:endParaRPr lang="en-US"/>
        </a:p>
      </dgm:t>
    </dgm:pt>
    <dgm:pt modelId="{5A909A1E-536B-437B-AC33-44412E291BB6}">
      <dgm:prSet phldrT="[Text]"/>
      <dgm:spPr/>
      <dgm:t>
        <a:bodyPr/>
        <a:lstStyle/>
        <a:p>
          <a:r>
            <a:rPr lang="en-US" dirty="0"/>
            <a:t>Operator A</a:t>
          </a:r>
        </a:p>
      </dgm:t>
    </dgm:pt>
    <dgm:pt modelId="{65818FF5-D520-4E60-A3CA-3F4269901540}" type="parTrans" cxnId="{F0EEF2F7-814C-460E-A90C-18550703D00D}">
      <dgm:prSet/>
      <dgm:spPr/>
      <dgm:t>
        <a:bodyPr/>
        <a:lstStyle/>
        <a:p>
          <a:endParaRPr lang="en-US"/>
        </a:p>
      </dgm:t>
    </dgm:pt>
    <dgm:pt modelId="{13FFF18A-EEF0-4787-A090-8DACDFFD0DCC}" type="sibTrans" cxnId="{F0EEF2F7-814C-460E-A90C-18550703D00D}">
      <dgm:prSet/>
      <dgm:spPr/>
      <dgm:t>
        <a:bodyPr/>
        <a:lstStyle/>
        <a:p>
          <a:endParaRPr lang="en-US"/>
        </a:p>
      </dgm:t>
    </dgm:pt>
    <dgm:pt modelId="{5F4B4619-DC04-434B-ACF5-8686AD61319A}">
      <dgm:prSet phldrT="[Text]"/>
      <dgm:spPr/>
      <dgm:t>
        <a:bodyPr/>
        <a:lstStyle/>
        <a:p>
          <a:r>
            <a:rPr lang="en-US" dirty="0"/>
            <a:t>Operator B</a:t>
          </a:r>
        </a:p>
      </dgm:t>
    </dgm:pt>
    <dgm:pt modelId="{2B722693-B961-4F5A-A0D1-B56271F6BB2B}" type="parTrans" cxnId="{71C0C28B-8539-4EF0-86AE-6E8B24C8018F}">
      <dgm:prSet/>
      <dgm:spPr/>
      <dgm:t>
        <a:bodyPr/>
        <a:lstStyle/>
        <a:p>
          <a:endParaRPr lang="en-US"/>
        </a:p>
      </dgm:t>
    </dgm:pt>
    <dgm:pt modelId="{11C41EC4-BD8C-487C-BC37-F5F1CCA2BF05}" type="sibTrans" cxnId="{71C0C28B-8539-4EF0-86AE-6E8B24C8018F}">
      <dgm:prSet/>
      <dgm:spPr/>
      <dgm:t>
        <a:bodyPr/>
        <a:lstStyle/>
        <a:p>
          <a:endParaRPr lang="en-US"/>
        </a:p>
      </dgm:t>
    </dgm:pt>
    <dgm:pt modelId="{CD3CFA35-1EA7-4802-90B0-D244FE7D50D9}">
      <dgm:prSet/>
      <dgm:spPr/>
      <dgm:t>
        <a:bodyPr/>
        <a:lstStyle/>
        <a:p>
          <a:r>
            <a:rPr lang="en-US" dirty="0"/>
            <a:t>Operator C</a:t>
          </a:r>
        </a:p>
      </dgm:t>
    </dgm:pt>
    <dgm:pt modelId="{30E58A51-17EF-4C16-B2DD-0E17ABEFD4A8}" type="parTrans" cxnId="{95ADDEC9-8BF9-4CB0-84CA-396F0099F846}">
      <dgm:prSet/>
      <dgm:spPr/>
      <dgm:t>
        <a:bodyPr/>
        <a:lstStyle/>
        <a:p>
          <a:endParaRPr lang="en-US"/>
        </a:p>
      </dgm:t>
    </dgm:pt>
    <dgm:pt modelId="{5C68C166-8ECE-471A-BD05-425522786236}" type="sibTrans" cxnId="{95ADDEC9-8BF9-4CB0-84CA-396F0099F846}">
      <dgm:prSet/>
      <dgm:spPr/>
      <dgm:t>
        <a:bodyPr/>
        <a:lstStyle/>
        <a:p>
          <a:endParaRPr lang="en-US"/>
        </a:p>
      </dgm:t>
    </dgm:pt>
    <dgm:pt modelId="{298B087C-58C2-45B8-B6AD-A25F64E51B5F}">
      <dgm:prSet/>
      <dgm:spPr/>
      <dgm:t>
        <a:bodyPr/>
        <a:lstStyle/>
        <a:p>
          <a:r>
            <a:rPr lang="en-US" dirty="0"/>
            <a:t>Operator D</a:t>
          </a:r>
        </a:p>
      </dgm:t>
    </dgm:pt>
    <dgm:pt modelId="{3B546D8F-3A18-4EC4-81BB-EC072960BDB6}" type="parTrans" cxnId="{20932358-E638-4962-86B4-7B948154704D}">
      <dgm:prSet/>
      <dgm:spPr/>
      <dgm:t>
        <a:bodyPr/>
        <a:lstStyle/>
        <a:p>
          <a:endParaRPr lang="en-US"/>
        </a:p>
      </dgm:t>
    </dgm:pt>
    <dgm:pt modelId="{DEE7E38E-2F99-4DC1-89E1-4F7FB0DDA373}" type="sibTrans" cxnId="{20932358-E638-4962-86B4-7B948154704D}">
      <dgm:prSet/>
      <dgm:spPr/>
      <dgm:t>
        <a:bodyPr/>
        <a:lstStyle/>
        <a:p>
          <a:endParaRPr lang="en-US"/>
        </a:p>
      </dgm:t>
    </dgm:pt>
    <dgm:pt modelId="{B4F25B3D-6A93-4659-AB3C-1CE4670A240D}">
      <dgm:prSet phldrT="[Text]"/>
      <dgm:spPr/>
      <dgm:t>
        <a:bodyPr/>
        <a:lstStyle/>
        <a:p>
          <a:r>
            <a:rPr lang="en-US" dirty="0"/>
            <a:t>Helper</a:t>
          </a:r>
        </a:p>
      </dgm:t>
    </dgm:pt>
    <dgm:pt modelId="{0532804B-4686-4477-9A45-AD3ED2FACEFC}" type="parTrans" cxnId="{A6461D2A-B3F1-4A3F-8559-42F749EAB986}">
      <dgm:prSet/>
      <dgm:spPr/>
      <dgm:t>
        <a:bodyPr/>
        <a:lstStyle/>
        <a:p>
          <a:endParaRPr lang="en-US"/>
        </a:p>
      </dgm:t>
    </dgm:pt>
    <dgm:pt modelId="{03BBD2E3-688C-49D3-92A9-00581E9C4AA0}" type="sibTrans" cxnId="{A6461D2A-B3F1-4A3F-8559-42F749EAB986}">
      <dgm:prSet/>
      <dgm:spPr/>
      <dgm:t>
        <a:bodyPr/>
        <a:lstStyle/>
        <a:p>
          <a:endParaRPr lang="en-US"/>
        </a:p>
      </dgm:t>
    </dgm:pt>
    <dgm:pt modelId="{F47BA6BF-4250-497C-A3E7-595045FB9A09}" type="pres">
      <dgm:prSet presAssocID="{858813EE-C7E6-426F-9EE3-4106F4A25C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24F1F04-FD39-4C19-AA09-2FE3848733C8}" type="pres">
      <dgm:prSet presAssocID="{DB5AA6F3-392F-4F6E-99B3-07B2D5A9C5AD}" presName="hierRoot1" presStyleCnt="0"/>
      <dgm:spPr/>
    </dgm:pt>
    <dgm:pt modelId="{75DEB77F-7089-4D0D-AB51-9C1B070D915D}" type="pres">
      <dgm:prSet presAssocID="{DB5AA6F3-392F-4F6E-99B3-07B2D5A9C5AD}" presName="composite" presStyleCnt="0"/>
      <dgm:spPr/>
    </dgm:pt>
    <dgm:pt modelId="{4AD0D495-6AAE-4A75-A731-40FA9F25E33F}" type="pres">
      <dgm:prSet presAssocID="{DB5AA6F3-392F-4F6E-99B3-07B2D5A9C5AD}" presName="background" presStyleLbl="node0" presStyleIdx="0" presStyleCnt="1"/>
      <dgm:spPr/>
    </dgm:pt>
    <dgm:pt modelId="{90DCCA62-88F8-42BC-93E5-0785D7237677}" type="pres">
      <dgm:prSet presAssocID="{DB5AA6F3-392F-4F6E-99B3-07B2D5A9C5AD}" presName="text" presStyleLbl="fgAcc0" presStyleIdx="0" presStyleCnt="1">
        <dgm:presLayoutVars>
          <dgm:chPref val="3"/>
        </dgm:presLayoutVars>
      </dgm:prSet>
      <dgm:spPr/>
    </dgm:pt>
    <dgm:pt modelId="{16BD66DF-C3C8-4EE6-83B3-111849D60EE2}" type="pres">
      <dgm:prSet presAssocID="{DB5AA6F3-392F-4F6E-99B3-07B2D5A9C5AD}" presName="hierChild2" presStyleCnt="0"/>
      <dgm:spPr/>
    </dgm:pt>
    <dgm:pt modelId="{6B7AF647-8B14-46B0-8418-9F0E7D549889}" type="pres">
      <dgm:prSet presAssocID="{834E25F9-B36C-4CBB-B40D-8B7881D5E279}" presName="Name10" presStyleLbl="parChTrans1D2" presStyleIdx="0" presStyleCnt="1"/>
      <dgm:spPr/>
    </dgm:pt>
    <dgm:pt modelId="{8D96F7E4-0C0F-4E76-98F4-58273D3B5C84}" type="pres">
      <dgm:prSet presAssocID="{F1561688-D5E8-4E0B-AE45-017E021F023B}" presName="hierRoot2" presStyleCnt="0"/>
      <dgm:spPr/>
    </dgm:pt>
    <dgm:pt modelId="{9A93411F-CA2A-4E71-8FB3-03C84C4DFA4D}" type="pres">
      <dgm:prSet presAssocID="{F1561688-D5E8-4E0B-AE45-017E021F023B}" presName="composite2" presStyleCnt="0"/>
      <dgm:spPr/>
    </dgm:pt>
    <dgm:pt modelId="{D8D1F788-0FB9-4428-B9A2-6FC5958CDD15}" type="pres">
      <dgm:prSet presAssocID="{F1561688-D5E8-4E0B-AE45-017E021F023B}" presName="background2" presStyleLbl="node2" presStyleIdx="0" presStyleCnt="1"/>
      <dgm:spPr/>
    </dgm:pt>
    <dgm:pt modelId="{FFE44ACC-83D0-4340-91A2-E971822B32BB}" type="pres">
      <dgm:prSet presAssocID="{F1561688-D5E8-4E0B-AE45-017E021F023B}" presName="text2" presStyleLbl="fgAcc2" presStyleIdx="0" presStyleCnt="1">
        <dgm:presLayoutVars>
          <dgm:chPref val="3"/>
        </dgm:presLayoutVars>
      </dgm:prSet>
      <dgm:spPr/>
    </dgm:pt>
    <dgm:pt modelId="{A9B8C9B4-4DAD-4D8D-BE06-449D9B191F82}" type="pres">
      <dgm:prSet presAssocID="{F1561688-D5E8-4E0B-AE45-017E021F023B}" presName="hierChild3" presStyleCnt="0"/>
      <dgm:spPr/>
    </dgm:pt>
    <dgm:pt modelId="{344D4703-D386-40A1-826E-3AE40EE8F9E9}" type="pres">
      <dgm:prSet presAssocID="{2EA9222A-290E-4954-81C0-8E56872402CD}" presName="Name17" presStyleLbl="parChTrans1D3" presStyleIdx="0" presStyleCnt="1"/>
      <dgm:spPr/>
    </dgm:pt>
    <dgm:pt modelId="{BE5D79EB-82EE-4380-B8E8-320C9E879C9B}" type="pres">
      <dgm:prSet presAssocID="{0CE4B6CE-B663-458D-8427-E8A20FE14708}" presName="hierRoot3" presStyleCnt="0"/>
      <dgm:spPr/>
    </dgm:pt>
    <dgm:pt modelId="{0362A4C4-8507-4E28-93E6-0D9D0768985B}" type="pres">
      <dgm:prSet presAssocID="{0CE4B6CE-B663-458D-8427-E8A20FE14708}" presName="composite3" presStyleCnt="0"/>
      <dgm:spPr/>
    </dgm:pt>
    <dgm:pt modelId="{8F6695C4-C551-4F52-B0F5-64F2C1D01726}" type="pres">
      <dgm:prSet presAssocID="{0CE4B6CE-B663-458D-8427-E8A20FE14708}" presName="background3" presStyleLbl="node3" presStyleIdx="0" presStyleCnt="1"/>
      <dgm:spPr/>
    </dgm:pt>
    <dgm:pt modelId="{39DB2B4F-4DC0-46BA-BC55-5BCE63D29FF2}" type="pres">
      <dgm:prSet presAssocID="{0CE4B6CE-B663-458D-8427-E8A20FE14708}" presName="text3" presStyleLbl="fgAcc3" presStyleIdx="0" presStyleCnt="1">
        <dgm:presLayoutVars>
          <dgm:chPref val="3"/>
        </dgm:presLayoutVars>
      </dgm:prSet>
      <dgm:spPr/>
    </dgm:pt>
    <dgm:pt modelId="{ECF4DAE2-B8D2-4E91-99EB-1708A90F6AE3}" type="pres">
      <dgm:prSet presAssocID="{0CE4B6CE-B663-458D-8427-E8A20FE14708}" presName="hierChild4" presStyleCnt="0"/>
      <dgm:spPr/>
    </dgm:pt>
    <dgm:pt modelId="{684ECFD4-4EA9-4A5D-BF95-FF237E3AA80B}" type="pres">
      <dgm:prSet presAssocID="{4A60BA1F-FB6F-4B7F-A251-719C17BDF578}" presName="Name23" presStyleLbl="parChTrans1D4" presStyleIdx="0" presStyleCnt="10"/>
      <dgm:spPr/>
    </dgm:pt>
    <dgm:pt modelId="{934D5576-234F-46D4-8732-18FEBBA4CCD3}" type="pres">
      <dgm:prSet presAssocID="{3AD5BC18-E6EA-43F6-846F-7AA4656B584B}" presName="hierRoot4" presStyleCnt="0"/>
      <dgm:spPr/>
    </dgm:pt>
    <dgm:pt modelId="{47C9B7F9-BA1A-424E-9ABA-433294247320}" type="pres">
      <dgm:prSet presAssocID="{3AD5BC18-E6EA-43F6-846F-7AA4656B584B}" presName="composite4" presStyleCnt="0"/>
      <dgm:spPr/>
    </dgm:pt>
    <dgm:pt modelId="{A42A6BE6-6707-499A-8D6A-8F57E66F3E57}" type="pres">
      <dgm:prSet presAssocID="{3AD5BC18-E6EA-43F6-846F-7AA4656B584B}" presName="background4" presStyleLbl="node4" presStyleIdx="0" presStyleCnt="10"/>
      <dgm:spPr/>
    </dgm:pt>
    <dgm:pt modelId="{BE9DFD46-76C1-402C-B222-AB482B443BC3}" type="pres">
      <dgm:prSet presAssocID="{3AD5BC18-E6EA-43F6-846F-7AA4656B584B}" presName="text4" presStyleLbl="fgAcc4" presStyleIdx="0" presStyleCnt="10">
        <dgm:presLayoutVars>
          <dgm:chPref val="3"/>
        </dgm:presLayoutVars>
      </dgm:prSet>
      <dgm:spPr/>
    </dgm:pt>
    <dgm:pt modelId="{87637DCF-68A0-44A7-A360-02647028E2FD}" type="pres">
      <dgm:prSet presAssocID="{3AD5BC18-E6EA-43F6-846F-7AA4656B584B}" presName="hierChild5" presStyleCnt="0"/>
      <dgm:spPr/>
    </dgm:pt>
    <dgm:pt modelId="{5974ECB2-CC6A-45C1-BCB4-8C73DF18D957}" type="pres">
      <dgm:prSet presAssocID="{65818FF5-D520-4E60-A3CA-3F4269901540}" presName="Name23" presStyleLbl="parChTrans1D4" presStyleIdx="1" presStyleCnt="10"/>
      <dgm:spPr/>
    </dgm:pt>
    <dgm:pt modelId="{F7A6014A-5638-4941-85BD-82AFE3B7F16E}" type="pres">
      <dgm:prSet presAssocID="{5A909A1E-536B-437B-AC33-44412E291BB6}" presName="hierRoot4" presStyleCnt="0"/>
      <dgm:spPr/>
    </dgm:pt>
    <dgm:pt modelId="{DA84F04C-E434-46C5-BD16-3291814A67AE}" type="pres">
      <dgm:prSet presAssocID="{5A909A1E-536B-437B-AC33-44412E291BB6}" presName="composite4" presStyleCnt="0"/>
      <dgm:spPr/>
    </dgm:pt>
    <dgm:pt modelId="{2137CD78-B047-49DF-A657-CC6635C98248}" type="pres">
      <dgm:prSet presAssocID="{5A909A1E-536B-437B-AC33-44412E291BB6}" presName="background4" presStyleLbl="node4" presStyleIdx="1" presStyleCnt="10"/>
      <dgm:spPr/>
    </dgm:pt>
    <dgm:pt modelId="{08FDDE3F-F5FD-4388-A98C-B16A45798C00}" type="pres">
      <dgm:prSet presAssocID="{5A909A1E-536B-437B-AC33-44412E291BB6}" presName="text4" presStyleLbl="fgAcc4" presStyleIdx="1" presStyleCnt="10">
        <dgm:presLayoutVars>
          <dgm:chPref val="3"/>
        </dgm:presLayoutVars>
      </dgm:prSet>
      <dgm:spPr/>
    </dgm:pt>
    <dgm:pt modelId="{B907F75F-2BC2-43F1-BEE1-B2995EFA14C0}" type="pres">
      <dgm:prSet presAssocID="{5A909A1E-536B-437B-AC33-44412E291BB6}" presName="hierChild5" presStyleCnt="0"/>
      <dgm:spPr/>
    </dgm:pt>
    <dgm:pt modelId="{7D9DF52A-4C3B-4810-B19E-1B48001DF705}" type="pres">
      <dgm:prSet presAssocID="{C5CBDED6-CC3D-4839-B08E-9DDBEBA22032}" presName="Name23" presStyleLbl="parChTrans1D4" presStyleIdx="2" presStyleCnt="10"/>
      <dgm:spPr/>
    </dgm:pt>
    <dgm:pt modelId="{7EBFC9A2-B14A-4078-9FFF-B5B931E73EFB}" type="pres">
      <dgm:prSet presAssocID="{11C7D855-0EEE-427C-9BA6-373A7C34504C}" presName="hierRoot4" presStyleCnt="0"/>
      <dgm:spPr/>
    </dgm:pt>
    <dgm:pt modelId="{B4C282AF-7B3B-45F8-927B-7EC909AC9AFC}" type="pres">
      <dgm:prSet presAssocID="{11C7D855-0EEE-427C-9BA6-373A7C34504C}" presName="composite4" presStyleCnt="0"/>
      <dgm:spPr/>
    </dgm:pt>
    <dgm:pt modelId="{AAE91560-8B37-42EC-B47F-09D7B7A18BDC}" type="pres">
      <dgm:prSet presAssocID="{11C7D855-0EEE-427C-9BA6-373A7C34504C}" presName="background4" presStyleLbl="node4" presStyleIdx="2" presStyleCnt="10"/>
      <dgm:spPr/>
    </dgm:pt>
    <dgm:pt modelId="{29102E26-1319-4B6A-9581-34721F502A9D}" type="pres">
      <dgm:prSet presAssocID="{11C7D855-0EEE-427C-9BA6-373A7C34504C}" presName="text4" presStyleLbl="fgAcc4" presStyleIdx="2" presStyleCnt="10">
        <dgm:presLayoutVars>
          <dgm:chPref val="3"/>
        </dgm:presLayoutVars>
      </dgm:prSet>
      <dgm:spPr/>
    </dgm:pt>
    <dgm:pt modelId="{7A31B6BE-3681-4FB7-B636-2C0C1D610BD0}" type="pres">
      <dgm:prSet presAssocID="{11C7D855-0EEE-427C-9BA6-373A7C34504C}" presName="hierChild5" presStyleCnt="0"/>
      <dgm:spPr/>
    </dgm:pt>
    <dgm:pt modelId="{B5A48259-AF9F-4D6C-B293-FD2ADFF589A9}" type="pres">
      <dgm:prSet presAssocID="{2B722693-B961-4F5A-A0D1-B56271F6BB2B}" presName="Name23" presStyleLbl="parChTrans1D4" presStyleIdx="3" presStyleCnt="10"/>
      <dgm:spPr/>
    </dgm:pt>
    <dgm:pt modelId="{DD90749E-2251-4F5F-BDBC-9F7E96B4B310}" type="pres">
      <dgm:prSet presAssocID="{5F4B4619-DC04-434B-ACF5-8686AD61319A}" presName="hierRoot4" presStyleCnt="0"/>
      <dgm:spPr/>
    </dgm:pt>
    <dgm:pt modelId="{3D2ADBB8-A9E6-4FB0-94D6-AE3281EECC2D}" type="pres">
      <dgm:prSet presAssocID="{5F4B4619-DC04-434B-ACF5-8686AD61319A}" presName="composite4" presStyleCnt="0"/>
      <dgm:spPr/>
    </dgm:pt>
    <dgm:pt modelId="{8E23D162-16EA-4588-8675-2FD308D60361}" type="pres">
      <dgm:prSet presAssocID="{5F4B4619-DC04-434B-ACF5-8686AD61319A}" presName="background4" presStyleLbl="node4" presStyleIdx="3" presStyleCnt="10"/>
      <dgm:spPr/>
    </dgm:pt>
    <dgm:pt modelId="{29514CF3-923A-48A8-86E0-3C179682F22A}" type="pres">
      <dgm:prSet presAssocID="{5F4B4619-DC04-434B-ACF5-8686AD61319A}" presName="text4" presStyleLbl="fgAcc4" presStyleIdx="3" presStyleCnt="10">
        <dgm:presLayoutVars>
          <dgm:chPref val="3"/>
        </dgm:presLayoutVars>
      </dgm:prSet>
      <dgm:spPr/>
    </dgm:pt>
    <dgm:pt modelId="{922DA5BA-827D-4F1C-893F-6DFB81849894}" type="pres">
      <dgm:prSet presAssocID="{5F4B4619-DC04-434B-ACF5-8686AD61319A}" presName="hierChild5" presStyleCnt="0"/>
      <dgm:spPr/>
    </dgm:pt>
    <dgm:pt modelId="{1B090E0C-AACC-4543-93D0-F7EBD35A55BD}" type="pres">
      <dgm:prSet presAssocID="{018221EA-C7C1-42AC-A2D8-3B95770F2D2A}" presName="Name23" presStyleLbl="parChTrans1D4" presStyleIdx="4" presStyleCnt="10"/>
      <dgm:spPr/>
    </dgm:pt>
    <dgm:pt modelId="{C5CA7747-CF0F-4AE9-857D-7619EC824C85}" type="pres">
      <dgm:prSet presAssocID="{533FC56B-7822-4C9A-A2AE-DD282CE70D16}" presName="hierRoot4" presStyleCnt="0"/>
      <dgm:spPr/>
    </dgm:pt>
    <dgm:pt modelId="{71BFFCE0-FF3C-4BCA-A262-C5209DF3BF6F}" type="pres">
      <dgm:prSet presAssocID="{533FC56B-7822-4C9A-A2AE-DD282CE70D16}" presName="composite4" presStyleCnt="0"/>
      <dgm:spPr/>
    </dgm:pt>
    <dgm:pt modelId="{704CC2C6-1F21-4206-A088-19E8442EF3EC}" type="pres">
      <dgm:prSet presAssocID="{533FC56B-7822-4C9A-A2AE-DD282CE70D16}" presName="background4" presStyleLbl="node4" presStyleIdx="4" presStyleCnt="10"/>
      <dgm:spPr/>
    </dgm:pt>
    <dgm:pt modelId="{4507C97C-9604-4E1C-AAFA-869FE4FDA74E}" type="pres">
      <dgm:prSet presAssocID="{533FC56B-7822-4C9A-A2AE-DD282CE70D16}" presName="text4" presStyleLbl="fgAcc4" presStyleIdx="4" presStyleCnt="10">
        <dgm:presLayoutVars>
          <dgm:chPref val="3"/>
        </dgm:presLayoutVars>
      </dgm:prSet>
      <dgm:spPr/>
    </dgm:pt>
    <dgm:pt modelId="{FBE8A7FB-62F9-4B6C-AFCD-69C595F748B6}" type="pres">
      <dgm:prSet presAssocID="{533FC56B-7822-4C9A-A2AE-DD282CE70D16}" presName="hierChild5" presStyleCnt="0"/>
      <dgm:spPr/>
    </dgm:pt>
    <dgm:pt modelId="{3180BF81-15B5-481A-9841-DEBEF4DECE35}" type="pres">
      <dgm:prSet presAssocID="{30E58A51-17EF-4C16-B2DD-0E17ABEFD4A8}" presName="Name23" presStyleLbl="parChTrans1D4" presStyleIdx="5" presStyleCnt="10"/>
      <dgm:spPr/>
    </dgm:pt>
    <dgm:pt modelId="{EF3278B2-2671-4513-88DE-AEB1777CA79C}" type="pres">
      <dgm:prSet presAssocID="{CD3CFA35-1EA7-4802-90B0-D244FE7D50D9}" presName="hierRoot4" presStyleCnt="0"/>
      <dgm:spPr/>
    </dgm:pt>
    <dgm:pt modelId="{556D54DF-E3EF-4EF3-9CDD-3E848E203055}" type="pres">
      <dgm:prSet presAssocID="{CD3CFA35-1EA7-4802-90B0-D244FE7D50D9}" presName="composite4" presStyleCnt="0"/>
      <dgm:spPr/>
    </dgm:pt>
    <dgm:pt modelId="{081188DF-5985-479C-BBA9-FD02C5AD7303}" type="pres">
      <dgm:prSet presAssocID="{CD3CFA35-1EA7-4802-90B0-D244FE7D50D9}" presName="background4" presStyleLbl="node4" presStyleIdx="5" presStyleCnt="10"/>
      <dgm:spPr/>
    </dgm:pt>
    <dgm:pt modelId="{34456441-999D-47C7-888E-9199E09B8C05}" type="pres">
      <dgm:prSet presAssocID="{CD3CFA35-1EA7-4802-90B0-D244FE7D50D9}" presName="text4" presStyleLbl="fgAcc4" presStyleIdx="5" presStyleCnt="10">
        <dgm:presLayoutVars>
          <dgm:chPref val="3"/>
        </dgm:presLayoutVars>
      </dgm:prSet>
      <dgm:spPr/>
    </dgm:pt>
    <dgm:pt modelId="{D2B8269E-6AA2-4443-AEE2-5DEBC979E541}" type="pres">
      <dgm:prSet presAssocID="{CD3CFA35-1EA7-4802-90B0-D244FE7D50D9}" presName="hierChild5" presStyleCnt="0"/>
      <dgm:spPr/>
    </dgm:pt>
    <dgm:pt modelId="{2EE860FC-5A07-4D8D-A017-A6336CD1467A}" type="pres">
      <dgm:prSet presAssocID="{00B94A29-6933-48E5-8157-30466B908E9C}" presName="Name23" presStyleLbl="parChTrans1D4" presStyleIdx="6" presStyleCnt="10"/>
      <dgm:spPr/>
    </dgm:pt>
    <dgm:pt modelId="{5AC6276D-F322-44ED-AF91-DF5E8D21A3B0}" type="pres">
      <dgm:prSet presAssocID="{F56270F1-0CC2-4F2E-B239-3BE194428685}" presName="hierRoot4" presStyleCnt="0"/>
      <dgm:spPr/>
    </dgm:pt>
    <dgm:pt modelId="{A51A7FB2-117D-4D48-B364-7CF5DE9E95AC}" type="pres">
      <dgm:prSet presAssocID="{F56270F1-0CC2-4F2E-B239-3BE194428685}" presName="composite4" presStyleCnt="0"/>
      <dgm:spPr/>
    </dgm:pt>
    <dgm:pt modelId="{4AD49AC1-4314-4CD3-8D53-F19D6DD415A9}" type="pres">
      <dgm:prSet presAssocID="{F56270F1-0CC2-4F2E-B239-3BE194428685}" presName="background4" presStyleLbl="node4" presStyleIdx="6" presStyleCnt="10"/>
      <dgm:spPr/>
    </dgm:pt>
    <dgm:pt modelId="{DCC468CB-711F-4D89-87EF-6ED378B69BD5}" type="pres">
      <dgm:prSet presAssocID="{F56270F1-0CC2-4F2E-B239-3BE194428685}" presName="text4" presStyleLbl="fgAcc4" presStyleIdx="6" presStyleCnt="10">
        <dgm:presLayoutVars>
          <dgm:chPref val="3"/>
        </dgm:presLayoutVars>
      </dgm:prSet>
      <dgm:spPr/>
    </dgm:pt>
    <dgm:pt modelId="{4E7FCC3F-8562-4230-A5CA-96EDBB8778FA}" type="pres">
      <dgm:prSet presAssocID="{F56270F1-0CC2-4F2E-B239-3BE194428685}" presName="hierChild5" presStyleCnt="0"/>
      <dgm:spPr/>
    </dgm:pt>
    <dgm:pt modelId="{15CA7499-79CF-4FB4-AD64-8FF998A70380}" type="pres">
      <dgm:prSet presAssocID="{3B546D8F-3A18-4EC4-81BB-EC072960BDB6}" presName="Name23" presStyleLbl="parChTrans1D4" presStyleIdx="7" presStyleCnt="10"/>
      <dgm:spPr/>
    </dgm:pt>
    <dgm:pt modelId="{A98CDF30-4C69-4BEC-9CB8-639EE2B13FC3}" type="pres">
      <dgm:prSet presAssocID="{298B087C-58C2-45B8-B6AD-A25F64E51B5F}" presName="hierRoot4" presStyleCnt="0"/>
      <dgm:spPr/>
    </dgm:pt>
    <dgm:pt modelId="{8AE76779-2284-4D6F-9B11-A0429F890C50}" type="pres">
      <dgm:prSet presAssocID="{298B087C-58C2-45B8-B6AD-A25F64E51B5F}" presName="composite4" presStyleCnt="0"/>
      <dgm:spPr/>
    </dgm:pt>
    <dgm:pt modelId="{EDFF3110-F2C3-4035-AB5D-AF0B65A3F5A0}" type="pres">
      <dgm:prSet presAssocID="{298B087C-58C2-45B8-B6AD-A25F64E51B5F}" presName="background4" presStyleLbl="node4" presStyleIdx="7" presStyleCnt="10"/>
      <dgm:spPr/>
    </dgm:pt>
    <dgm:pt modelId="{2E7BEFC3-6FE9-4D4A-97E1-923182426637}" type="pres">
      <dgm:prSet presAssocID="{298B087C-58C2-45B8-B6AD-A25F64E51B5F}" presName="text4" presStyleLbl="fgAcc4" presStyleIdx="7" presStyleCnt="10">
        <dgm:presLayoutVars>
          <dgm:chPref val="3"/>
        </dgm:presLayoutVars>
      </dgm:prSet>
      <dgm:spPr/>
    </dgm:pt>
    <dgm:pt modelId="{29CAF02D-DC5C-457F-B639-030319F92562}" type="pres">
      <dgm:prSet presAssocID="{298B087C-58C2-45B8-B6AD-A25F64E51B5F}" presName="hierChild5" presStyleCnt="0"/>
      <dgm:spPr/>
    </dgm:pt>
    <dgm:pt modelId="{701B59CA-67FF-4000-8B46-240209FE506C}" type="pres">
      <dgm:prSet presAssocID="{D5D7736F-052B-4FF6-91F0-80044A3F8719}" presName="Name23" presStyleLbl="parChTrans1D4" presStyleIdx="8" presStyleCnt="10"/>
      <dgm:spPr/>
    </dgm:pt>
    <dgm:pt modelId="{73375A12-81A3-425A-BCB9-B22891E9DE1C}" type="pres">
      <dgm:prSet presAssocID="{F496E26F-FCED-4EAB-84D5-78C29EE42C64}" presName="hierRoot4" presStyleCnt="0"/>
      <dgm:spPr/>
    </dgm:pt>
    <dgm:pt modelId="{619F2F0E-193C-49E0-B064-F0910A9E25C3}" type="pres">
      <dgm:prSet presAssocID="{F496E26F-FCED-4EAB-84D5-78C29EE42C64}" presName="composite4" presStyleCnt="0"/>
      <dgm:spPr/>
    </dgm:pt>
    <dgm:pt modelId="{F9D0E7F6-4FA9-4174-A6F8-5303ECF547EC}" type="pres">
      <dgm:prSet presAssocID="{F496E26F-FCED-4EAB-84D5-78C29EE42C64}" presName="background4" presStyleLbl="node4" presStyleIdx="8" presStyleCnt="10"/>
      <dgm:spPr/>
    </dgm:pt>
    <dgm:pt modelId="{6C58AFC4-5324-4149-9575-F5799DC4F8F5}" type="pres">
      <dgm:prSet presAssocID="{F496E26F-FCED-4EAB-84D5-78C29EE42C64}" presName="text4" presStyleLbl="fgAcc4" presStyleIdx="8" presStyleCnt="10">
        <dgm:presLayoutVars>
          <dgm:chPref val="3"/>
        </dgm:presLayoutVars>
      </dgm:prSet>
      <dgm:spPr/>
    </dgm:pt>
    <dgm:pt modelId="{720D5E4E-3080-4155-8D93-89B32DF1597D}" type="pres">
      <dgm:prSet presAssocID="{F496E26F-FCED-4EAB-84D5-78C29EE42C64}" presName="hierChild5" presStyleCnt="0"/>
      <dgm:spPr/>
    </dgm:pt>
    <dgm:pt modelId="{AD440F78-4924-442B-84E6-530FB75A9023}" type="pres">
      <dgm:prSet presAssocID="{0532804B-4686-4477-9A45-AD3ED2FACEFC}" presName="Name23" presStyleLbl="parChTrans1D4" presStyleIdx="9" presStyleCnt="10"/>
      <dgm:spPr/>
    </dgm:pt>
    <dgm:pt modelId="{381290EE-2389-4772-984E-497BE8147539}" type="pres">
      <dgm:prSet presAssocID="{B4F25B3D-6A93-4659-AB3C-1CE4670A240D}" presName="hierRoot4" presStyleCnt="0"/>
      <dgm:spPr/>
    </dgm:pt>
    <dgm:pt modelId="{4C1CEB0C-30ED-4683-96DF-7D098AFD3D46}" type="pres">
      <dgm:prSet presAssocID="{B4F25B3D-6A93-4659-AB3C-1CE4670A240D}" presName="composite4" presStyleCnt="0"/>
      <dgm:spPr/>
    </dgm:pt>
    <dgm:pt modelId="{0348F568-3075-4962-A4E5-2CEA03E97A7A}" type="pres">
      <dgm:prSet presAssocID="{B4F25B3D-6A93-4659-AB3C-1CE4670A240D}" presName="background4" presStyleLbl="node4" presStyleIdx="9" presStyleCnt="10"/>
      <dgm:spPr/>
    </dgm:pt>
    <dgm:pt modelId="{FBEF53B5-3955-4357-A07A-8748C1D3BE8F}" type="pres">
      <dgm:prSet presAssocID="{B4F25B3D-6A93-4659-AB3C-1CE4670A240D}" presName="text4" presStyleLbl="fgAcc4" presStyleIdx="9" presStyleCnt="10">
        <dgm:presLayoutVars>
          <dgm:chPref val="3"/>
        </dgm:presLayoutVars>
      </dgm:prSet>
      <dgm:spPr/>
    </dgm:pt>
    <dgm:pt modelId="{F8CC032A-F005-491E-8442-F15387308496}" type="pres">
      <dgm:prSet presAssocID="{B4F25B3D-6A93-4659-AB3C-1CE4670A240D}" presName="hierChild5" presStyleCnt="0"/>
      <dgm:spPr/>
    </dgm:pt>
  </dgm:ptLst>
  <dgm:cxnLst>
    <dgm:cxn modelId="{0C2D5611-BCEF-4156-836E-472D2EB8D8DA}" srcId="{0CE4B6CE-B663-458D-8427-E8A20FE14708}" destId="{F56270F1-0CC2-4F2E-B239-3BE194428685}" srcOrd="3" destOrd="0" parTransId="{00B94A29-6933-48E5-8157-30466B908E9C}" sibTransId="{C5F22D95-3C4E-495E-B065-F1D8EF2D6F6C}"/>
    <dgm:cxn modelId="{F480A111-8C7E-45A6-901D-67827A650D42}" type="presOf" srcId="{834E25F9-B36C-4CBB-B40D-8B7881D5E279}" destId="{6B7AF647-8B14-46B0-8418-9F0E7D549889}" srcOrd="0" destOrd="0" presId="urn:microsoft.com/office/officeart/2005/8/layout/hierarchy1"/>
    <dgm:cxn modelId="{F2D11C18-BC62-4A47-BE96-5F2D915852BC}" srcId="{0CE4B6CE-B663-458D-8427-E8A20FE14708}" destId="{F496E26F-FCED-4EAB-84D5-78C29EE42C64}" srcOrd="4" destOrd="0" parTransId="{D5D7736F-052B-4FF6-91F0-80044A3F8719}" sibTransId="{7C7C8A4F-5996-4E1B-BC52-A6DF68987B35}"/>
    <dgm:cxn modelId="{DA442B1E-8F5F-49D7-B86A-F3C2E45ECE22}" type="presOf" srcId="{F56270F1-0CC2-4F2E-B239-3BE194428685}" destId="{DCC468CB-711F-4D89-87EF-6ED378B69BD5}" srcOrd="0" destOrd="0" presId="urn:microsoft.com/office/officeart/2005/8/layout/hierarchy1"/>
    <dgm:cxn modelId="{B3E1B829-4965-40A2-ACEC-F9183244AFDF}" type="presOf" srcId="{0CE4B6CE-B663-458D-8427-E8A20FE14708}" destId="{39DB2B4F-4DC0-46BA-BC55-5BCE63D29FF2}" srcOrd="0" destOrd="0" presId="urn:microsoft.com/office/officeart/2005/8/layout/hierarchy1"/>
    <dgm:cxn modelId="{A6461D2A-B3F1-4A3F-8559-42F749EAB986}" srcId="{F496E26F-FCED-4EAB-84D5-78C29EE42C64}" destId="{B4F25B3D-6A93-4659-AB3C-1CE4670A240D}" srcOrd="0" destOrd="0" parTransId="{0532804B-4686-4477-9A45-AD3ED2FACEFC}" sibTransId="{03BBD2E3-688C-49D3-92A9-00581E9C4AA0}"/>
    <dgm:cxn modelId="{038CF12C-CBD1-4529-915B-6415F0CF98A3}" type="presOf" srcId="{CD3CFA35-1EA7-4802-90B0-D244FE7D50D9}" destId="{34456441-999D-47C7-888E-9199E09B8C05}" srcOrd="0" destOrd="0" presId="urn:microsoft.com/office/officeart/2005/8/layout/hierarchy1"/>
    <dgm:cxn modelId="{780F232F-D6FB-4172-AE0C-6A5688CC89D9}" type="presOf" srcId="{D5D7736F-052B-4FF6-91F0-80044A3F8719}" destId="{701B59CA-67FF-4000-8B46-240209FE506C}" srcOrd="0" destOrd="0" presId="urn:microsoft.com/office/officeart/2005/8/layout/hierarchy1"/>
    <dgm:cxn modelId="{45D9C537-201B-4D10-BBD1-40DB91DC95D4}" srcId="{0CE4B6CE-B663-458D-8427-E8A20FE14708}" destId="{3AD5BC18-E6EA-43F6-846F-7AA4656B584B}" srcOrd="0" destOrd="0" parTransId="{4A60BA1F-FB6F-4B7F-A251-719C17BDF578}" sibTransId="{FFEF0964-C7BA-4680-920A-A3C9405C11D9}"/>
    <dgm:cxn modelId="{DD235039-CEC1-4A71-9B09-994FDFF03715}" srcId="{0CE4B6CE-B663-458D-8427-E8A20FE14708}" destId="{533FC56B-7822-4C9A-A2AE-DD282CE70D16}" srcOrd="2" destOrd="0" parTransId="{018221EA-C7C1-42AC-A2D8-3B95770F2D2A}" sibTransId="{4B6006CB-5C19-48BC-A63E-BD71B43CF58F}"/>
    <dgm:cxn modelId="{D9E0FE39-30B8-48A5-ACF7-76C44BFAB7C8}" type="presOf" srcId="{DB5AA6F3-392F-4F6E-99B3-07B2D5A9C5AD}" destId="{90DCCA62-88F8-42BC-93E5-0785D7237677}" srcOrd="0" destOrd="0" presId="urn:microsoft.com/office/officeart/2005/8/layout/hierarchy1"/>
    <dgm:cxn modelId="{79EBFD68-01E3-4879-838B-269B6D4208D3}" type="presOf" srcId="{2EA9222A-290E-4954-81C0-8E56872402CD}" destId="{344D4703-D386-40A1-826E-3AE40EE8F9E9}" srcOrd="0" destOrd="0" presId="urn:microsoft.com/office/officeart/2005/8/layout/hierarchy1"/>
    <dgm:cxn modelId="{6B00E572-A03C-44AC-94D1-A41B77D5D2A8}" type="presOf" srcId="{2B722693-B961-4F5A-A0D1-B56271F6BB2B}" destId="{B5A48259-AF9F-4D6C-B293-FD2ADFF589A9}" srcOrd="0" destOrd="0" presId="urn:microsoft.com/office/officeart/2005/8/layout/hierarchy1"/>
    <dgm:cxn modelId="{C901DC53-D2C7-4C2B-83B1-C4EA9C354A1C}" type="presOf" srcId="{5A909A1E-536B-437B-AC33-44412E291BB6}" destId="{08FDDE3F-F5FD-4388-A98C-B16A45798C00}" srcOrd="0" destOrd="0" presId="urn:microsoft.com/office/officeart/2005/8/layout/hierarchy1"/>
    <dgm:cxn modelId="{4601EF56-1CCD-4167-A679-63E75C7B6A66}" type="presOf" srcId="{F496E26F-FCED-4EAB-84D5-78C29EE42C64}" destId="{6C58AFC4-5324-4149-9575-F5799DC4F8F5}" srcOrd="0" destOrd="0" presId="urn:microsoft.com/office/officeart/2005/8/layout/hierarchy1"/>
    <dgm:cxn modelId="{20932358-E638-4962-86B4-7B948154704D}" srcId="{F56270F1-0CC2-4F2E-B239-3BE194428685}" destId="{298B087C-58C2-45B8-B6AD-A25F64E51B5F}" srcOrd="0" destOrd="0" parTransId="{3B546D8F-3A18-4EC4-81BB-EC072960BDB6}" sibTransId="{DEE7E38E-2F99-4DC1-89E1-4F7FB0DDA373}"/>
    <dgm:cxn modelId="{5ACEEE78-2F73-49C1-BBFE-F436F82FDFE9}" type="presOf" srcId="{3AD5BC18-E6EA-43F6-846F-7AA4656B584B}" destId="{BE9DFD46-76C1-402C-B222-AB482B443BC3}" srcOrd="0" destOrd="0" presId="urn:microsoft.com/office/officeart/2005/8/layout/hierarchy1"/>
    <dgm:cxn modelId="{E252057B-8800-4FA6-931B-5A973F6A85E0}" type="presOf" srcId="{0532804B-4686-4477-9A45-AD3ED2FACEFC}" destId="{AD440F78-4924-442B-84E6-530FB75A9023}" srcOrd="0" destOrd="0" presId="urn:microsoft.com/office/officeart/2005/8/layout/hierarchy1"/>
    <dgm:cxn modelId="{B7045B81-9D94-465D-947A-D92BAFC42081}" type="presOf" srcId="{858813EE-C7E6-426F-9EE3-4106F4A25CF7}" destId="{F47BA6BF-4250-497C-A3E7-595045FB9A09}" srcOrd="0" destOrd="0" presId="urn:microsoft.com/office/officeart/2005/8/layout/hierarchy1"/>
    <dgm:cxn modelId="{71C0C28B-8539-4EF0-86AE-6E8B24C8018F}" srcId="{11C7D855-0EEE-427C-9BA6-373A7C34504C}" destId="{5F4B4619-DC04-434B-ACF5-8686AD61319A}" srcOrd="0" destOrd="0" parTransId="{2B722693-B961-4F5A-A0D1-B56271F6BB2B}" sibTransId="{11C41EC4-BD8C-487C-BC37-F5F1CCA2BF05}"/>
    <dgm:cxn modelId="{96F4A890-302E-4961-A064-F34800EC72AB}" srcId="{DB5AA6F3-392F-4F6E-99B3-07B2D5A9C5AD}" destId="{F1561688-D5E8-4E0B-AE45-017E021F023B}" srcOrd="0" destOrd="0" parTransId="{834E25F9-B36C-4CBB-B40D-8B7881D5E279}" sibTransId="{A43E2581-F71D-4DF7-9CD3-CA3D4E32595A}"/>
    <dgm:cxn modelId="{2F0D6EA7-C522-41E4-B5B5-9C40EC4AAD04}" type="presOf" srcId="{11C7D855-0EEE-427C-9BA6-373A7C34504C}" destId="{29102E26-1319-4B6A-9581-34721F502A9D}" srcOrd="0" destOrd="0" presId="urn:microsoft.com/office/officeart/2005/8/layout/hierarchy1"/>
    <dgm:cxn modelId="{1E4D92B4-F5C7-47A3-92B0-8510242F116A}" type="presOf" srcId="{3B546D8F-3A18-4EC4-81BB-EC072960BDB6}" destId="{15CA7499-79CF-4FB4-AD64-8FF998A70380}" srcOrd="0" destOrd="0" presId="urn:microsoft.com/office/officeart/2005/8/layout/hierarchy1"/>
    <dgm:cxn modelId="{6942F7B7-06F9-4A0E-8BD8-4BE94D9451BB}" type="presOf" srcId="{018221EA-C7C1-42AC-A2D8-3B95770F2D2A}" destId="{1B090E0C-AACC-4543-93D0-F7EBD35A55BD}" srcOrd="0" destOrd="0" presId="urn:microsoft.com/office/officeart/2005/8/layout/hierarchy1"/>
    <dgm:cxn modelId="{00F5B2BA-B27C-4DDC-AC91-CE3D4ADBDBD9}" type="presOf" srcId="{533FC56B-7822-4C9A-A2AE-DD282CE70D16}" destId="{4507C97C-9604-4E1C-AAFA-869FE4FDA74E}" srcOrd="0" destOrd="0" presId="urn:microsoft.com/office/officeart/2005/8/layout/hierarchy1"/>
    <dgm:cxn modelId="{7FE30CBC-3596-4D70-944A-EA619595FBE0}" srcId="{858813EE-C7E6-426F-9EE3-4106F4A25CF7}" destId="{DB5AA6F3-392F-4F6E-99B3-07B2D5A9C5AD}" srcOrd="0" destOrd="0" parTransId="{BC1F6EBE-E8EE-4FE1-9E8C-95DC05E0CF49}" sibTransId="{638F534D-BA54-4BD8-B20A-47159FE6729D}"/>
    <dgm:cxn modelId="{CD9DE0C0-6729-41C0-A553-DE627172028E}" srcId="{0CE4B6CE-B663-458D-8427-E8A20FE14708}" destId="{11C7D855-0EEE-427C-9BA6-373A7C34504C}" srcOrd="1" destOrd="0" parTransId="{C5CBDED6-CC3D-4839-B08E-9DDBEBA22032}" sibTransId="{F3820EFB-3F52-490C-94F7-CDBB3CE480E9}"/>
    <dgm:cxn modelId="{5CD2AEC7-EC00-489F-9692-B238E59813FF}" type="presOf" srcId="{B4F25B3D-6A93-4659-AB3C-1CE4670A240D}" destId="{FBEF53B5-3955-4357-A07A-8748C1D3BE8F}" srcOrd="0" destOrd="0" presId="urn:microsoft.com/office/officeart/2005/8/layout/hierarchy1"/>
    <dgm:cxn modelId="{95ADDEC9-8BF9-4CB0-84CA-396F0099F846}" srcId="{533FC56B-7822-4C9A-A2AE-DD282CE70D16}" destId="{CD3CFA35-1EA7-4802-90B0-D244FE7D50D9}" srcOrd="0" destOrd="0" parTransId="{30E58A51-17EF-4C16-B2DD-0E17ABEFD4A8}" sibTransId="{5C68C166-8ECE-471A-BD05-425522786236}"/>
    <dgm:cxn modelId="{924091D3-1744-4F54-B135-14C112822424}" type="presOf" srcId="{F1561688-D5E8-4E0B-AE45-017E021F023B}" destId="{FFE44ACC-83D0-4340-91A2-E971822B32BB}" srcOrd="0" destOrd="0" presId="urn:microsoft.com/office/officeart/2005/8/layout/hierarchy1"/>
    <dgm:cxn modelId="{A9BD3BD7-213C-4592-A556-BB15D939B533}" type="presOf" srcId="{298B087C-58C2-45B8-B6AD-A25F64E51B5F}" destId="{2E7BEFC3-6FE9-4D4A-97E1-923182426637}" srcOrd="0" destOrd="0" presId="urn:microsoft.com/office/officeart/2005/8/layout/hierarchy1"/>
    <dgm:cxn modelId="{BCE661DE-B2BC-418B-9AFD-E74BDDC0B276}" type="presOf" srcId="{00B94A29-6933-48E5-8157-30466B908E9C}" destId="{2EE860FC-5A07-4D8D-A017-A6336CD1467A}" srcOrd="0" destOrd="0" presId="urn:microsoft.com/office/officeart/2005/8/layout/hierarchy1"/>
    <dgm:cxn modelId="{C61FB5E0-485C-4383-9F16-EBE43FB99F1D}" type="presOf" srcId="{C5CBDED6-CC3D-4839-B08E-9DDBEBA22032}" destId="{7D9DF52A-4C3B-4810-B19E-1B48001DF705}" srcOrd="0" destOrd="0" presId="urn:microsoft.com/office/officeart/2005/8/layout/hierarchy1"/>
    <dgm:cxn modelId="{33415BEC-2550-46B3-A3C9-EB166C0E39C9}" type="presOf" srcId="{65818FF5-D520-4E60-A3CA-3F4269901540}" destId="{5974ECB2-CC6A-45C1-BCB4-8C73DF18D957}" srcOrd="0" destOrd="0" presId="urn:microsoft.com/office/officeart/2005/8/layout/hierarchy1"/>
    <dgm:cxn modelId="{F51162ED-3CF6-4820-BAD8-62B8CBC413C6}" type="presOf" srcId="{5F4B4619-DC04-434B-ACF5-8686AD61319A}" destId="{29514CF3-923A-48A8-86E0-3C179682F22A}" srcOrd="0" destOrd="0" presId="urn:microsoft.com/office/officeart/2005/8/layout/hierarchy1"/>
    <dgm:cxn modelId="{BDFDB6EE-6C8F-4464-B240-8D9588A0B6B2}" srcId="{F1561688-D5E8-4E0B-AE45-017E021F023B}" destId="{0CE4B6CE-B663-458D-8427-E8A20FE14708}" srcOrd="0" destOrd="0" parTransId="{2EA9222A-290E-4954-81C0-8E56872402CD}" sibTransId="{E7E442E4-2E15-4EA5-8CDA-5BCEB7514054}"/>
    <dgm:cxn modelId="{60444CF2-3B95-45ED-B39F-2E2A2D1045BE}" type="presOf" srcId="{4A60BA1F-FB6F-4B7F-A251-719C17BDF578}" destId="{684ECFD4-4EA9-4A5D-BF95-FF237E3AA80B}" srcOrd="0" destOrd="0" presId="urn:microsoft.com/office/officeart/2005/8/layout/hierarchy1"/>
    <dgm:cxn modelId="{9EC9A0F4-B7DA-40AC-9DB5-DD65C41E713D}" type="presOf" srcId="{30E58A51-17EF-4C16-B2DD-0E17ABEFD4A8}" destId="{3180BF81-15B5-481A-9841-DEBEF4DECE35}" srcOrd="0" destOrd="0" presId="urn:microsoft.com/office/officeart/2005/8/layout/hierarchy1"/>
    <dgm:cxn modelId="{F0EEF2F7-814C-460E-A90C-18550703D00D}" srcId="{3AD5BC18-E6EA-43F6-846F-7AA4656B584B}" destId="{5A909A1E-536B-437B-AC33-44412E291BB6}" srcOrd="0" destOrd="0" parTransId="{65818FF5-D520-4E60-A3CA-3F4269901540}" sibTransId="{13FFF18A-EEF0-4787-A090-8DACDFFD0DCC}"/>
    <dgm:cxn modelId="{7C79C955-288F-4FC0-B44E-96CC6FA45AD4}" type="presParOf" srcId="{F47BA6BF-4250-497C-A3E7-595045FB9A09}" destId="{424F1F04-FD39-4C19-AA09-2FE3848733C8}" srcOrd="0" destOrd="0" presId="urn:microsoft.com/office/officeart/2005/8/layout/hierarchy1"/>
    <dgm:cxn modelId="{CC60D4A7-7129-4215-834A-F67699A1387A}" type="presParOf" srcId="{424F1F04-FD39-4C19-AA09-2FE3848733C8}" destId="{75DEB77F-7089-4D0D-AB51-9C1B070D915D}" srcOrd="0" destOrd="0" presId="urn:microsoft.com/office/officeart/2005/8/layout/hierarchy1"/>
    <dgm:cxn modelId="{C0DF8994-39CA-4EBF-A7D8-96A22D3EAAD0}" type="presParOf" srcId="{75DEB77F-7089-4D0D-AB51-9C1B070D915D}" destId="{4AD0D495-6AAE-4A75-A731-40FA9F25E33F}" srcOrd="0" destOrd="0" presId="urn:microsoft.com/office/officeart/2005/8/layout/hierarchy1"/>
    <dgm:cxn modelId="{8AF94758-BC42-4213-997B-9055230C485D}" type="presParOf" srcId="{75DEB77F-7089-4D0D-AB51-9C1B070D915D}" destId="{90DCCA62-88F8-42BC-93E5-0785D7237677}" srcOrd="1" destOrd="0" presId="urn:microsoft.com/office/officeart/2005/8/layout/hierarchy1"/>
    <dgm:cxn modelId="{4AECED6B-2FF1-4E17-B8F0-D610D76E10BB}" type="presParOf" srcId="{424F1F04-FD39-4C19-AA09-2FE3848733C8}" destId="{16BD66DF-C3C8-4EE6-83B3-111849D60EE2}" srcOrd="1" destOrd="0" presId="urn:microsoft.com/office/officeart/2005/8/layout/hierarchy1"/>
    <dgm:cxn modelId="{CD0A1BF5-A1C7-4138-9862-E9671AB39B3E}" type="presParOf" srcId="{16BD66DF-C3C8-4EE6-83B3-111849D60EE2}" destId="{6B7AF647-8B14-46B0-8418-9F0E7D549889}" srcOrd="0" destOrd="0" presId="urn:microsoft.com/office/officeart/2005/8/layout/hierarchy1"/>
    <dgm:cxn modelId="{F8A1F15A-EDE3-4CD0-9D21-038E9D95887B}" type="presParOf" srcId="{16BD66DF-C3C8-4EE6-83B3-111849D60EE2}" destId="{8D96F7E4-0C0F-4E76-98F4-58273D3B5C84}" srcOrd="1" destOrd="0" presId="urn:microsoft.com/office/officeart/2005/8/layout/hierarchy1"/>
    <dgm:cxn modelId="{C38DEA59-BE04-4055-87CF-3598154DDB37}" type="presParOf" srcId="{8D96F7E4-0C0F-4E76-98F4-58273D3B5C84}" destId="{9A93411F-CA2A-4E71-8FB3-03C84C4DFA4D}" srcOrd="0" destOrd="0" presId="urn:microsoft.com/office/officeart/2005/8/layout/hierarchy1"/>
    <dgm:cxn modelId="{E387AF93-D36F-4DC2-8984-DE27707351FE}" type="presParOf" srcId="{9A93411F-CA2A-4E71-8FB3-03C84C4DFA4D}" destId="{D8D1F788-0FB9-4428-B9A2-6FC5958CDD15}" srcOrd="0" destOrd="0" presId="urn:microsoft.com/office/officeart/2005/8/layout/hierarchy1"/>
    <dgm:cxn modelId="{DA1CB8FE-7C03-4B38-80D0-D4590D8A62ED}" type="presParOf" srcId="{9A93411F-CA2A-4E71-8FB3-03C84C4DFA4D}" destId="{FFE44ACC-83D0-4340-91A2-E971822B32BB}" srcOrd="1" destOrd="0" presId="urn:microsoft.com/office/officeart/2005/8/layout/hierarchy1"/>
    <dgm:cxn modelId="{1DC5674E-68BD-4905-8A8D-8A7AF061E781}" type="presParOf" srcId="{8D96F7E4-0C0F-4E76-98F4-58273D3B5C84}" destId="{A9B8C9B4-4DAD-4D8D-BE06-449D9B191F82}" srcOrd="1" destOrd="0" presId="urn:microsoft.com/office/officeart/2005/8/layout/hierarchy1"/>
    <dgm:cxn modelId="{4017FC78-DAC0-4116-A271-FEFBBC323849}" type="presParOf" srcId="{A9B8C9B4-4DAD-4D8D-BE06-449D9B191F82}" destId="{344D4703-D386-40A1-826E-3AE40EE8F9E9}" srcOrd="0" destOrd="0" presId="urn:microsoft.com/office/officeart/2005/8/layout/hierarchy1"/>
    <dgm:cxn modelId="{2E06031A-C5C8-4CAF-9591-13B24CBB5AFA}" type="presParOf" srcId="{A9B8C9B4-4DAD-4D8D-BE06-449D9B191F82}" destId="{BE5D79EB-82EE-4380-B8E8-320C9E879C9B}" srcOrd="1" destOrd="0" presId="urn:microsoft.com/office/officeart/2005/8/layout/hierarchy1"/>
    <dgm:cxn modelId="{233F6DEE-4C95-4D27-AEB2-C11E1AE448AF}" type="presParOf" srcId="{BE5D79EB-82EE-4380-B8E8-320C9E879C9B}" destId="{0362A4C4-8507-4E28-93E6-0D9D0768985B}" srcOrd="0" destOrd="0" presId="urn:microsoft.com/office/officeart/2005/8/layout/hierarchy1"/>
    <dgm:cxn modelId="{29D898D2-82FF-418C-9899-5D6D9B58E022}" type="presParOf" srcId="{0362A4C4-8507-4E28-93E6-0D9D0768985B}" destId="{8F6695C4-C551-4F52-B0F5-64F2C1D01726}" srcOrd="0" destOrd="0" presId="urn:microsoft.com/office/officeart/2005/8/layout/hierarchy1"/>
    <dgm:cxn modelId="{BCEF86AB-997C-4B9A-94CE-8D9E396D779D}" type="presParOf" srcId="{0362A4C4-8507-4E28-93E6-0D9D0768985B}" destId="{39DB2B4F-4DC0-46BA-BC55-5BCE63D29FF2}" srcOrd="1" destOrd="0" presId="urn:microsoft.com/office/officeart/2005/8/layout/hierarchy1"/>
    <dgm:cxn modelId="{9041BF69-6EED-4512-9D3A-8118A4450950}" type="presParOf" srcId="{BE5D79EB-82EE-4380-B8E8-320C9E879C9B}" destId="{ECF4DAE2-B8D2-4E91-99EB-1708A90F6AE3}" srcOrd="1" destOrd="0" presId="urn:microsoft.com/office/officeart/2005/8/layout/hierarchy1"/>
    <dgm:cxn modelId="{F3830B23-7EE8-42DA-BD9C-1DAC2924A920}" type="presParOf" srcId="{ECF4DAE2-B8D2-4E91-99EB-1708A90F6AE3}" destId="{684ECFD4-4EA9-4A5D-BF95-FF237E3AA80B}" srcOrd="0" destOrd="0" presId="urn:microsoft.com/office/officeart/2005/8/layout/hierarchy1"/>
    <dgm:cxn modelId="{BBE6C266-C95A-4082-B7FF-A72B716B52FA}" type="presParOf" srcId="{ECF4DAE2-B8D2-4E91-99EB-1708A90F6AE3}" destId="{934D5576-234F-46D4-8732-18FEBBA4CCD3}" srcOrd="1" destOrd="0" presId="urn:microsoft.com/office/officeart/2005/8/layout/hierarchy1"/>
    <dgm:cxn modelId="{752495B3-8429-4AEC-A3CB-D080ACC8F32F}" type="presParOf" srcId="{934D5576-234F-46D4-8732-18FEBBA4CCD3}" destId="{47C9B7F9-BA1A-424E-9ABA-433294247320}" srcOrd="0" destOrd="0" presId="urn:microsoft.com/office/officeart/2005/8/layout/hierarchy1"/>
    <dgm:cxn modelId="{8EA2E872-D96E-4FD0-AC03-5DCFD34B0350}" type="presParOf" srcId="{47C9B7F9-BA1A-424E-9ABA-433294247320}" destId="{A42A6BE6-6707-499A-8D6A-8F57E66F3E57}" srcOrd="0" destOrd="0" presId="urn:microsoft.com/office/officeart/2005/8/layout/hierarchy1"/>
    <dgm:cxn modelId="{8A90D608-6900-44C8-83B7-F92B73A19268}" type="presParOf" srcId="{47C9B7F9-BA1A-424E-9ABA-433294247320}" destId="{BE9DFD46-76C1-402C-B222-AB482B443BC3}" srcOrd="1" destOrd="0" presId="urn:microsoft.com/office/officeart/2005/8/layout/hierarchy1"/>
    <dgm:cxn modelId="{147D1CC2-066F-43EE-92FB-180241113DDB}" type="presParOf" srcId="{934D5576-234F-46D4-8732-18FEBBA4CCD3}" destId="{87637DCF-68A0-44A7-A360-02647028E2FD}" srcOrd="1" destOrd="0" presId="urn:microsoft.com/office/officeart/2005/8/layout/hierarchy1"/>
    <dgm:cxn modelId="{FA27F65F-11F5-4990-BDAC-3BF76B9FECE2}" type="presParOf" srcId="{87637DCF-68A0-44A7-A360-02647028E2FD}" destId="{5974ECB2-CC6A-45C1-BCB4-8C73DF18D957}" srcOrd="0" destOrd="0" presId="urn:microsoft.com/office/officeart/2005/8/layout/hierarchy1"/>
    <dgm:cxn modelId="{32629A60-9D7D-4F86-AD78-ECA97063D714}" type="presParOf" srcId="{87637DCF-68A0-44A7-A360-02647028E2FD}" destId="{F7A6014A-5638-4941-85BD-82AFE3B7F16E}" srcOrd="1" destOrd="0" presId="urn:microsoft.com/office/officeart/2005/8/layout/hierarchy1"/>
    <dgm:cxn modelId="{191BA547-7F2B-4857-9D39-E2DEB2EDD98A}" type="presParOf" srcId="{F7A6014A-5638-4941-85BD-82AFE3B7F16E}" destId="{DA84F04C-E434-46C5-BD16-3291814A67AE}" srcOrd="0" destOrd="0" presId="urn:microsoft.com/office/officeart/2005/8/layout/hierarchy1"/>
    <dgm:cxn modelId="{3AF5AFE4-F302-444F-8144-C5D31A12B24C}" type="presParOf" srcId="{DA84F04C-E434-46C5-BD16-3291814A67AE}" destId="{2137CD78-B047-49DF-A657-CC6635C98248}" srcOrd="0" destOrd="0" presId="urn:microsoft.com/office/officeart/2005/8/layout/hierarchy1"/>
    <dgm:cxn modelId="{7797AA6D-E4E4-498C-8466-C00DC44E4488}" type="presParOf" srcId="{DA84F04C-E434-46C5-BD16-3291814A67AE}" destId="{08FDDE3F-F5FD-4388-A98C-B16A45798C00}" srcOrd="1" destOrd="0" presId="urn:microsoft.com/office/officeart/2005/8/layout/hierarchy1"/>
    <dgm:cxn modelId="{85E602FB-F14A-4B16-AC3B-8CB8555A629D}" type="presParOf" srcId="{F7A6014A-5638-4941-85BD-82AFE3B7F16E}" destId="{B907F75F-2BC2-43F1-BEE1-B2995EFA14C0}" srcOrd="1" destOrd="0" presId="urn:microsoft.com/office/officeart/2005/8/layout/hierarchy1"/>
    <dgm:cxn modelId="{F9125CCF-B63B-4700-B12D-C3DCEA7D5628}" type="presParOf" srcId="{ECF4DAE2-B8D2-4E91-99EB-1708A90F6AE3}" destId="{7D9DF52A-4C3B-4810-B19E-1B48001DF705}" srcOrd="2" destOrd="0" presId="urn:microsoft.com/office/officeart/2005/8/layout/hierarchy1"/>
    <dgm:cxn modelId="{B3BB9621-C340-4BFD-990A-D69077D4FEEC}" type="presParOf" srcId="{ECF4DAE2-B8D2-4E91-99EB-1708A90F6AE3}" destId="{7EBFC9A2-B14A-4078-9FFF-B5B931E73EFB}" srcOrd="3" destOrd="0" presId="urn:microsoft.com/office/officeart/2005/8/layout/hierarchy1"/>
    <dgm:cxn modelId="{96511D90-6898-4627-A354-03DE014E9D0A}" type="presParOf" srcId="{7EBFC9A2-B14A-4078-9FFF-B5B931E73EFB}" destId="{B4C282AF-7B3B-45F8-927B-7EC909AC9AFC}" srcOrd="0" destOrd="0" presId="urn:microsoft.com/office/officeart/2005/8/layout/hierarchy1"/>
    <dgm:cxn modelId="{4165FE45-1A74-4A73-B374-8A39EBC4F81B}" type="presParOf" srcId="{B4C282AF-7B3B-45F8-927B-7EC909AC9AFC}" destId="{AAE91560-8B37-42EC-B47F-09D7B7A18BDC}" srcOrd="0" destOrd="0" presId="urn:microsoft.com/office/officeart/2005/8/layout/hierarchy1"/>
    <dgm:cxn modelId="{F3F28DAC-773E-4689-9943-73D8179EE516}" type="presParOf" srcId="{B4C282AF-7B3B-45F8-927B-7EC909AC9AFC}" destId="{29102E26-1319-4B6A-9581-34721F502A9D}" srcOrd="1" destOrd="0" presId="urn:microsoft.com/office/officeart/2005/8/layout/hierarchy1"/>
    <dgm:cxn modelId="{76539E77-FDFA-4A39-B913-9EA4E59BB7CF}" type="presParOf" srcId="{7EBFC9A2-B14A-4078-9FFF-B5B931E73EFB}" destId="{7A31B6BE-3681-4FB7-B636-2C0C1D610BD0}" srcOrd="1" destOrd="0" presId="urn:microsoft.com/office/officeart/2005/8/layout/hierarchy1"/>
    <dgm:cxn modelId="{DD1AF1EA-B748-45B1-9478-CF84DD56671B}" type="presParOf" srcId="{7A31B6BE-3681-4FB7-B636-2C0C1D610BD0}" destId="{B5A48259-AF9F-4D6C-B293-FD2ADFF589A9}" srcOrd="0" destOrd="0" presId="urn:microsoft.com/office/officeart/2005/8/layout/hierarchy1"/>
    <dgm:cxn modelId="{5B996E9C-67EC-4412-BD12-5B3552E418B7}" type="presParOf" srcId="{7A31B6BE-3681-4FB7-B636-2C0C1D610BD0}" destId="{DD90749E-2251-4F5F-BDBC-9F7E96B4B310}" srcOrd="1" destOrd="0" presId="urn:microsoft.com/office/officeart/2005/8/layout/hierarchy1"/>
    <dgm:cxn modelId="{1D9B703D-9DA1-4F42-8E4E-2E684B5D5077}" type="presParOf" srcId="{DD90749E-2251-4F5F-BDBC-9F7E96B4B310}" destId="{3D2ADBB8-A9E6-4FB0-94D6-AE3281EECC2D}" srcOrd="0" destOrd="0" presId="urn:microsoft.com/office/officeart/2005/8/layout/hierarchy1"/>
    <dgm:cxn modelId="{6E44A958-1BFA-4355-BAA0-5C723C2ED221}" type="presParOf" srcId="{3D2ADBB8-A9E6-4FB0-94D6-AE3281EECC2D}" destId="{8E23D162-16EA-4588-8675-2FD308D60361}" srcOrd="0" destOrd="0" presId="urn:microsoft.com/office/officeart/2005/8/layout/hierarchy1"/>
    <dgm:cxn modelId="{F6502F5B-36DB-4954-873F-A1C816BD8B08}" type="presParOf" srcId="{3D2ADBB8-A9E6-4FB0-94D6-AE3281EECC2D}" destId="{29514CF3-923A-48A8-86E0-3C179682F22A}" srcOrd="1" destOrd="0" presId="urn:microsoft.com/office/officeart/2005/8/layout/hierarchy1"/>
    <dgm:cxn modelId="{B2684D1F-1550-437F-A155-15FF495D91D6}" type="presParOf" srcId="{DD90749E-2251-4F5F-BDBC-9F7E96B4B310}" destId="{922DA5BA-827D-4F1C-893F-6DFB81849894}" srcOrd="1" destOrd="0" presId="urn:microsoft.com/office/officeart/2005/8/layout/hierarchy1"/>
    <dgm:cxn modelId="{A110610F-C3E0-4834-A3B8-2CD73D1C1F84}" type="presParOf" srcId="{ECF4DAE2-B8D2-4E91-99EB-1708A90F6AE3}" destId="{1B090E0C-AACC-4543-93D0-F7EBD35A55BD}" srcOrd="4" destOrd="0" presId="urn:microsoft.com/office/officeart/2005/8/layout/hierarchy1"/>
    <dgm:cxn modelId="{659B244D-AF65-4213-8C21-9ECED1662857}" type="presParOf" srcId="{ECF4DAE2-B8D2-4E91-99EB-1708A90F6AE3}" destId="{C5CA7747-CF0F-4AE9-857D-7619EC824C85}" srcOrd="5" destOrd="0" presId="urn:microsoft.com/office/officeart/2005/8/layout/hierarchy1"/>
    <dgm:cxn modelId="{AC239988-911F-41C9-8875-7973AF81FF5F}" type="presParOf" srcId="{C5CA7747-CF0F-4AE9-857D-7619EC824C85}" destId="{71BFFCE0-FF3C-4BCA-A262-C5209DF3BF6F}" srcOrd="0" destOrd="0" presId="urn:microsoft.com/office/officeart/2005/8/layout/hierarchy1"/>
    <dgm:cxn modelId="{951DE337-CB05-43E2-AA4B-82006214991C}" type="presParOf" srcId="{71BFFCE0-FF3C-4BCA-A262-C5209DF3BF6F}" destId="{704CC2C6-1F21-4206-A088-19E8442EF3EC}" srcOrd="0" destOrd="0" presId="urn:microsoft.com/office/officeart/2005/8/layout/hierarchy1"/>
    <dgm:cxn modelId="{8F42A52A-3B89-40B9-B04E-6C3420764E6A}" type="presParOf" srcId="{71BFFCE0-FF3C-4BCA-A262-C5209DF3BF6F}" destId="{4507C97C-9604-4E1C-AAFA-869FE4FDA74E}" srcOrd="1" destOrd="0" presId="urn:microsoft.com/office/officeart/2005/8/layout/hierarchy1"/>
    <dgm:cxn modelId="{2E781B55-56A6-40EF-AF3E-AC65C3868A08}" type="presParOf" srcId="{C5CA7747-CF0F-4AE9-857D-7619EC824C85}" destId="{FBE8A7FB-62F9-4B6C-AFCD-69C595F748B6}" srcOrd="1" destOrd="0" presId="urn:microsoft.com/office/officeart/2005/8/layout/hierarchy1"/>
    <dgm:cxn modelId="{9B732269-27D8-498F-99A6-45FFA086E489}" type="presParOf" srcId="{FBE8A7FB-62F9-4B6C-AFCD-69C595F748B6}" destId="{3180BF81-15B5-481A-9841-DEBEF4DECE35}" srcOrd="0" destOrd="0" presId="urn:microsoft.com/office/officeart/2005/8/layout/hierarchy1"/>
    <dgm:cxn modelId="{FF9BF49A-6E88-417F-ADD8-BEB0F1257F90}" type="presParOf" srcId="{FBE8A7FB-62F9-4B6C-AFCD-69C595F748B6}" destId="{EF3278B2-2671-4513-88DE-AEB1777CA79C}" srcOrd="1" destOrd="0" presId="urn:microsoft.com/office/officeart/2005/8/layout/hierarchy1"/>
    <dgm:cxn modelId="{1775DB83-15C2-445D-A189-8A32B6B36727}" type="presParOf" srcId="{EF3278B2-2671-4513-88DE-AEB1777CA79C}" destId="{556D54DF-E3EF-4EF3-9CDD-3E848E203055}" srcOrd="0" destOrd="0" presId="urn:microsoft.com/office/officeart/2005/8/layout/hierarchy1"/>
    <dgm:cxn modelId="{EB717996-1A84-4533-AD18-08C441021AC0}" type="presParOf" srcId="{556D54DF-E3EF-4EF3-9CDD-3E848E203055}" destId="{081188DF-5985-479C-BBA9-FD02C5AD7303}" srcOrd="0" destOrd="0" presId="urn:microsoft.com/office/officeart/2005/8/layout/hierarchy1"/>
    <dgm:cxn modelId="{E994D616-39D0-4663-9BB5-B41655F74A9D}" type="presParOf" srcId="{556D54DF-E3EF-4EF3-9CDD-3E848E203055}" destId="{34456441-999D-47C7-888E-9199E09B8C05}" srcOrd="1" destOrd="0" presId="urn:microsoft.com/office/officeart/2005/8/layout/hierarchy1"/>
    <dgm:cxn modelId="{02FE1405-6DE3-45F1-97BD-53BCDF1C692C}" type="presParOf" srcId="{EF3278B2-2671-4513-88DE-AEB1777CA79C}" destId="{D2B8269E-6AA2-4443-AEE2-5DEBC979E541}" srcOrd="1" destOrd="0" presId="urn:microsoft.com/office/officeart/2005/8/layout/hierarchy1"/>
    <dgm:cxn modelId="{E5DB4C99-1503-43FD-9D7D-74B4CDABE11A}" type="presParOf" srcId="{ECF4DAE2-B8D2-4E91-99EB-1708A90F6AE3}" destId="{2EE860FC-5A07-4D8D-A017-A6336CD1467A}" srcOrd="6" destOrd="0" presId="urn:microsoft.com/office/officeart/2005/8/layout/hierarchy1"/>
    <dgm:cxn modelId="{A86BD8AA-A0BC-4FF7-9C06-DE6760066270}" type="presParOf" srcId="{ECF4DAE2-B8D2-4E91-99EB-1708A90F6AE3}" destId="{5AC6276D-F322-44ED-AF91-DF5E8D21A3B0}" srcOrd="7" destOrd="0" presId="urn:microsoft.com/office/officeart/2005/8/layout/hierarchy1"/>
    <dgm:cxn modelId="{991668C8-4103-40FC-89E4-EC4CC731A0FC}" type="presParOf" srcId="{5AC6276D-F322-44ED-AF91-DF5E8D21A3B0}" destId="{A51A7FB2-117D-4D48-B364-7CF5DE9E95AC}" srcOrd="0" destOrd="0" presId="urn:microsoft.com/office/officeart/2005/8/layout/hierarchy1"/>
    <dgm:cxn modelId="{4BF6F35E-F79B-4401-B66C-25115F6D723B}" type="presParOf" srcId="{A51A7FB2-117D-4D48-B364-7CF5DE9E95AC}" destId="{4AD49AC1-4314-4CD3-8D53-F19D6DD415A9}" srcOrd="0" destOrd="0" presId="urn:microsoft.com/office/officeart/2005/8/layout/hierarchy1"/>
    <dgm:cxn modelId="{CC1230A8-A026-4723-BBF4-D49679D17A54}" type="presParOf" srcId="{A51A7FB2-117D-4D48-B364-7CF5DE9E95AC}" destId="{DCC468CB-711F-4D89-87EF-6ED378B69BD5}" srcOrd="1" destOrd="0" presId="urn:microsoft.com/office/officeart/2005/8/layout/hierarchy1"/>
    <dgm:cxn modelId="{11509852-C7B6-4F91-BFDF-D26CF44CA7E7}" type="presParOf" srcId="{5AC6276D-F322-44ED-AF91-DF5E8D21A3B0}" destId="{4E7FCC3F-8562-4230-A5CA-96EDBB8778FA}" srcOrd="1" destOrd="0" presId="urn:microsoft.com/office/officeart/2005/8/layout/hierarchy1"/>
    <dgm:cxn modelId="{A5DDBE54-D264-47BC-9D6C-4E9432B4A268}" type="presParOf" srcId="{4E7FCC3F-8562-4230-A5CA-96EDBB8778FA}" destId="{15CA7499-79CF-4FB4-AD64-8FF998A70380}" srcOrd="0" destOrd="0" presId="urn:microsoft.com/office/officeart/2005/8/layout/hierarchy1"/>
    <dgm:cxn modelId="{2FB1CA8D-9C02-4F77-909A-C22439181CF7}" type="presParOf" srcId="{4E7FCC3F-8562-4230-A5CA-96EDBB8778FA}" destId="{A98CDF30-4C69-4BEC-9CB8-639EE2B13FC3}" srcOrd="1" destOrd="0" presId="urn:microsoft.com/office/officeart/2005/8/layout/hierarchy1"/>
    <dgm:cxn modelId="{1A87B4FA-51AF-427C-8AA6-990211CCE4D7}" type="presParOf" srcId="{A98CDF30-4C69-4BEC-9CB8-639EE2B13FC3}" destId="{8AE76779-2284-4D6F-9B11-A0429F890C50}" srcOrd="0" destOrd="0" presId="urn:microsoft.com/office/officeart/2005/8/layout/hierarchy1"/>
    <dgm:cxn modelId="{C9AC4618-E8D9-443F-AA69-D9CB25373AD4}" type="presParOf" srcId="{8AE76779-2284-4D6F-9B11-A0429F890C50}" destId="{EDFF3110-F2C3-4035-AB5D-AF0B65A3F5A0}" srcOrd="0" destOrd="0" presId="urn:microsoft.com/office/officeart/2005/8/layout/hierarchy1"/>
    <dgm:cxn modelId="{19A233F5-2666-43F2-B994-70D88B2C35DF}" type="presParOf" srcId="{8AE76779-2284-4D6F-9B11-A0429F890C50}" destId="{2E7BEFC3-6FE9-4D4A-97E1-923182426637}" srcOrd="1" destOrd="0" presId="urn:microsoft.com/office/officeart/2005/8/layout/hierarchy1"/>
    <dgm:cxn modelId="{A5EFD2FE-B7F3-4C2E-BABF-00D76605A830}" type="presParOf" srcId="{A98CDF30-4C69-4BEC-9CB8-639EE2B13FC3}" destId="{29CAF02D-DC5C-457F-B639-030319F92562}" srcOrd="1" destOrd="0" presId="urn:microsoft.com/office/officeart/2005/8/layout/hierarchy1"/>
    <dgm:cxn modelId="{3389EE9D-2C9D-4BA7-842B-203F17A939FD}" type="presParOf" srcId="{ECF4DAE2-B8D2-4E91-99EB-1708A90F6AE3}" destId="{701B59CA-67FF-4000-8B46-240209FE506C}" srcOrd="8" destOrd="0" presId="urn:microsoft.com/office/officeart/2005/8/layout/hierarchy1"/>
    <dgm:cxn modelId="{204BC984-854C-4DD9-B603-75F7EEBCA7CF}" type="presParOf" srcId="{ECF4DAE2-B8D2-4E91-99EB-1708A90F6AE3}" destId="{73375A12-81A3-425A-BCB9-B22891E9DE1C}" srcOrd="9" destOrd="0" presId="urn:microsoft.com/office/officeart/2005/8/layout/hierarchy1"/>
    <dgm:cxn modelId="{2E6013D6-680D-4062-966B-B5BD963A275D}" type="presParOf" srcId="{73375A12-81A3-425A-BCB9-B22891E9DE1C}" destId="{619F2F0E-193C-49E0-B064-F0910A9E25C3}" srcOrd="0" destOrd="0" presId="urn:microsoft.com/office/officeart/2005/8/layout/hierarchy1"/>
    <dgm:cxn modelId="{FC48F734-12D5-4F72-BFD7-AFF9D322E5E6}" type="presParOf" srcId="{619F2F0E-193C-49E0-B064-F0910A9E25C3}" destId="{F9D0E7F6-4FA9-4174-A6F8-5303ECF547EC}" srcOrd="0" destOrd="0" presId="urn:microsoft.com/office/officeart/2005/8/layout/hierarchy1"/>
    <dgm:cxn modelId="{D6D0C777-5392-4B22-B75C-80753DCD17D4}" type="presParOf" srcId="{619F2F0E-193C-49E0-B064-F0910A9E25C3}" destId="{6C58AFC4-5324-4149-9575-F5799DC4F8F5}" srcOrd="1" destOrd="0" presId="urn:microsoft.com/office/officeart/2005/8/layout/hierarchy1"/>
    <dgm:cxn modelId="{C153698C-83D2-4A55-8C73-B0EB3D129CA1}" type="presParOf" srcId="{73375A12-81A3-425A-BCB9-B22891E9DE1C}" destId="{720D5E4E-3080-4155-8D93-89B32DF1597D}" srcOrd="1" destOrd="0" presId="urn:microsoft.com/office/officeart/2005/8/layout/hierarchy1"/>
    <dgm:cxn modelId="{2579464D-C353-4FC7-BAB5-A027506E30DB}" type="presParOf" srcId="{720D5E4E-3080-4155-8D93-89B32DF1597D}" destId="{AD440F78-4924-442B-84E6-530FB75A9023}" srcOrd="0" destOrd="0" presId="urn:microsoft.com/office/officeart/2005/8/layout/hierarchy1"/>
    <dgm:cxn modelId="{F7A5AE68-0BD5-4F58-91EC-D17D2C47DF39}" type="presParOf" srcId="{720D5E4E-3080-4155-8D93-89B32DF1597D}" destId="{381290EE-2389-4772-984E-497BE8147539}" srcOrd="1" destOrd="0" presId="urn:microsoft.com/office/officeart/2005/8/layout/hierarchy1"/>
    <dgm:cxn modelId="{BD529338-6F29-4BF8-8AF9-D9C0B93965BF}" type="presParOf" srcId="{381290EE-2389-4772-984E-497BE8147539}" destId="{4C1CEB0C-30ED-4683-96DF-7D098AFD3D46}" srcOrd="0" destOrd="0" presId="urn:microsoft.com/office/officeart/2005/8/layout/hierarchy1"/>
    <dgm:cxn modelId="{9DA6B1FC-30BF-4227-90CC-77B18129B540}" type="presParOf" srcId="{4C1CEB0C-30ED-4683-96DF-7D098AFD3D46}" destId="{0348F568-3075-4962-A4E5-2CEA03E97A7A}" srcOrd="0" destOrd="0" presId="urn:microsoft.com/office/officeart/2005/8/layout/hierarchy1"/>
    <dgm:cxn modelId="{C8A24DEC-03F4-45FA-9DDD-8E1C1945ED79}" type="presParOf" srcId="{4C1CEB0C-30ED-4683-96DF-7D098AFD3D46}" destId="{FBEF53B5-3955-4357-A07A-8748C1D3BE8F}" srcOrd="1" destOrd="0" presId="urn:microsoft.com/office/officeart/2005/8/layout/hierarchy1"/>
    <dgm:cxn modelId="{3B2BC11C-46BD-476C-94CF-BCED4B81866A}" type="presParOf" srcId="{381290EE-2389-4772-984E-497BE8147539}" destId="{F8CC032A-F005-491E-8442-F1538730849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40F78-4924-442B-84E6-530FB75A9023}">
      <dsp:nvSpPr>
        <dsp:cNvPr id="0" name=""/>
        <dsp:cNvSpPr/>
      </dsp:nvSpPr>
      <dsp:spPr>
        <a:xfrm>
          <a:off x="5571859" y="2775741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1B59CA-67FF-4000-8B46-240209FE506C}">
      <dsp:nvSpPr>
        <dsp:cNvPr id="0" name=""/>
        <dsp:cNvSpPr/>
      </dsp:nvSpPr>
      <dsp:spPr>
        <a:xfrm>
          <a:off x="3629864" y="2022894"/>
          <a:ext cx="1987715" cy="2364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163"/>
              </a:lnTo>
              <a:lnTo>
                <a:pt x="1987715" y="161163"/>
              </a:lnTo>
              <a:lnTo>
                <a:pt x="1987715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CA7499-79CF-4FB4-AD64-8FF998A70380}">
      <dsp:nvSpPr>
        <dsp:cNvPr id="0" name=""/>
        <dsp:cNvSpPr/>
      </dsp:nvSpPr>
      <dsp:spPr>
        <a:xfrm>
          <a:off x="4578001" y="2775741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E860FC-5A07-4D8D-A017-A6336CD1467A}">
      <dsp:nvSpPr>
        <dsp:cNvPr id="0" name=""/>
        <dsp:cNvSpPr/>
      </dsp:nvSpPr>
      <dsp:spPr>
        <a:xfrm>
          <a:off x="3629864" y="2022894"/>
          <a:ext cx="993857" cy="2364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163"/>
              </a:lnTo>
              <a:lnTo>
                <a:pt x="993857" y="161163"/>
              </a:lnTo>
              <a:lnTo>
                <a:pt x="993857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80BF81-15B5-481A-9841-DEBEF4DECE35}">
      <dsp:nvSpPr>
        <dsp:cNvPr id="0" name=""/>
        <dsp:cNvSpPr/>
      </dsp:nvSpPr>
      <dsp:spPr>
        <a:xfrm>
          <a:off x="3584144" y="2775741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090E0C-AACC-4543-93D0-F7EBD35A55BD}">
      <dsp:nvSpPr>
        <dsp:cNvPr id="0" name=""/>
        <dsp:cNvSpPr/>
      </dsp:nvSpPr>
      <dsp:spPr>
        <a:xfrm>
          <a:off x="3584144" y="2022894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A48259-AF9F-4D6C-B293-FD2ADFF589A9}">
      <dsp:nvSpPr>
        <dsp:cNvPr id="0" name=""/>
        <dsp:cNvSpPr/>
      </dsp:nvSpPr>
      <dsp:spPr>
        <a:xfrm>
          <a:off x="2590286" y="2775741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9DF52A-4C3B-4810-B19E-1B48001DF705}">
      <dsp:nvSpPr>
        <dsp:cNvPr id="0" name=""/>
        <dsp:cNvSpPr/>
      </dsp:nvSpPr>
      <dsp:spPr>
        <a:xfrm>
          <a:off x="2636006" y="2022894"/>
          <a:ext cx="993857" cy="236492"/>
        </a:xfrm>
        <a:custGeom>
          <a:avLst/>
          <a:gdLst/>
          <a:ahLst/>
          <a:cxnLst/>
          <a:rect l="0" t="0" r="0" b="0"/>
          <a:pathLst>
            <a:path>
              <a:moveTo>
                <a:pt x="993857" y="0"/>
              </a:moveTo>
              <a:lnTo>
                <a:pt x="993857" y="161163"/>
              </a:lnTo>
              <a:lnTo>
                <a:pt x="0" y="161163"/>
              </a:lnTo>
              <a:lnTo>
                <a:pt x="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4ECB2-CC6A-45C1-BCB4-8C73DF18D957}">
      <dsp:nvSpPr>
        <dsp:cNvPr id="0" name=""/>
        <dsp:cNvSpPr/>
      </dsp:nvSpPr>
      <dsp:spPr>
        <a:xfrm>
          <a:off x="1596428" y="2775741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ECFD4-4EA9-4A5D-BF95-FF237E3AA80B}">
      <dsp:nvSpPr>
        <dsp:cNvPr id="0" name=""/>
        <dsp:cNvSpPr/>
      </dsp:nvSpPr>
      <dsp:spPr>
        <a:xfrm>
          <a:off x="1642148" y="2022894"/>
          <a:ext cx="1987715" cy="236492"/>
        </a:xfrm>
        <a:custGeom>
          <a:avLst/>
          <a:gdLst/>
          <a:ahLst/>
          <a:cxnLst/>
          <a:rect l="0" t="0" r="0" b="0"/>
          <a:pathLst>
            <a:path>
              <a:moveTo>
                <a:pt x="1987715" y="0"/>
              </a:moveTo>
              <a:lnTo>
                <a:pt x="1987715" y="161163"/>
              </a:lnTo>
              <a:lnTo>
                <a:pt x="0" y="161163"/>
              </a:lnTo>
              <a:lnTo>
                <a:pt x="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4D4703-D386-40A1-826E-3AE40EE8F9E9}">
      <dsp:nvSpPr>
        <dsp:cNvPr id="0" name=""/>
        <dsp:cNvSpPr/>
      </dsp:nvSpPr>
      <dsp:spPr>
        <a:xfrm>
          <a:off x="3584144" y="1270046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7AF647-8B14-46B0-8418-9F0E7D549889}">
      <dsp:nvSpPr>
        <dsp:cNvPr id="0" name=""/>
        <dsp:cNvSpPr/>
      </dsp:nvSpPr>
      <dsp:spPr>
        <a:xfrm>
          <a:off x="3584144" y="517199"/>
          <a:ext cx="91440" cy="2364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492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D0D495-6AAE-4A75-A731-40FA9F25E33F}">
      <dsp:nvSpPr>
        <dsp:cNvPr id="0" name=""/>
        <dsp:cNvSpPr/>
      </dsp:nvSpPr>
      <dsp:spPr>
        <a:xfrm>
          <a:off x="3223285" y="845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DCCA62-88F8-42BC-93E5-0785D7237677}">
      <dsp:nvSpPr>
        <dsp:cNvPr id="0" name=""/>
        <dsp:cNvSpPr/>
      </dsp:nvSpPr>
      <dsp:spPr>
        <a:xfrm>
          <a:off x="3313636" y="86678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Admin</a:t>
          </a:r>
        </a:p>
      </dsp:txBody>
      <dsp:txXfrm>
        <a:off x="3328759" y="101801"/>
        <a:ext cx="782910" cy="486108"/>
      </dsp:txXfrm>
    </dsp:sp>
    <dsp:sp modelId="{D8D1F788-0FB9-4428-B9A2-6FC5958CDD15}">
      <dsp:nvSpPr>
        <dsp:cNvPr id="0" name=""/>
        <dsp:cNvSpPr/>
      </dsp:nvSpPr>
      <dsp:spPr>
        <a:xfrm>
          <a:off x="3223285" y="753692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E44ACC-83D0-4340-91A2-E971822B32BB}">
      <dsp:nvSpPr>
        <dsp:cNvPr id="0" name=""/>
        <dsp:cNvSpPr/>
      </dsp:nvSpPr>
      <dsp:spPr>
        <a:xfrm>
          <a:off x="3313636" y="839525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Office Head</a:t>
          </a:r>
        </a:p>
      </dsp:txBody>
      <dsp:txXfrm>
        <a:off x="3328759" y="854648"/>
        <a:ext cx="782910" cy="486108"/>
      </dsp:txXfrm>
    </dsp:sp>
    <dsp:sp modelId="{8F6695C4-C551-4F52-B0F5-64F2C1D01726}">
      <dsp:nvSpPr>
        <dsp:cNvPr id="0" name=""/>
        <dsp:cNvSpPr/>
      </dsp:nvSpPr>
      <dsp:spPr>
        <a:xfrm>
          <a:off x="3223285" y="1506539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DB2B4F-4DC0-46BA-BC55-5BCE63D29FF2}">
      <dsp:nvSpPr>
        <dsp:cNvPr id="0" name=""/>
        <dsp:cNvSpPr/>
      </dsp:nvSpPr>
      <dsp:spPr>
        <a:xfrm>
          <a:off x="3313636" y="1592372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Head Directors</a:t>
          </a:r>
        </a:p>
      </dsp:txBody>
      <dsp:txXfrm>
        <a:off x="3328759" y="1607495"/>
        <a:ext cx="782910" cy="486108"/>
      </dsp:txXfrm>
    </dsp:sp>
    <dsp:sp modelId="{A42A6BE6-6707-499A-8D6A-8F57E66F3E57}">
      <dsp:nvSpPr>
        <dsp:cNvPr id="0" name=""/>
        <dsp:cNvSpPr/>
      </dsp:nvSpPr>
      <dsp:spPr>
        <a:xfrm>
          <a:off x="1235570" y="2259387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9DFD46-76C1-402C-B222-AB482B443BC3}">
      <dsp:nvSpPr>
        <dsp:cNvPr id="0" name=""/>
        <dsp:cNvSpPr/>
      </dsp:nvSpPr>
      <dsp:spPr>
        <a:xfrm>
          <a:off x="1325921" y="2345220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Master Dept A </a:t>
          </a:r>
        </a:p>
      </dsp:txBody>
      <dsp:txXfrm>
        <a:off x="1341044" y="2360343"/>
        <a:ext cx="782910" cy="486108"/>
      </dsp:txXfrm>
    </dsp:sp>
    <dsp:sp modelId="{2137CD78-B047-49DF-A657-CC6635C98248}">
      <dsp:nvSpPr>
        <dsp:cNvPr id="0" name=""/>
        <dsp:cNvSpPr/>
      </dsp:nvSpPr>
      <dsp:spPr>
        <a:xfrm>
          <a:off x="1235570" y="3012234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8FDDE3F-F5FD-4388-A98C-B16A45798C00}">
      <dsp:nvSpPr>
        <dsp:cNvPr id="0" name=""/>
        <dsp:cNvSpPr/>
      </dsp:nvSpPr>
      <dsp:spPr>
        <a:xfrm>
          <a:off x="1325921" y="3098067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Operator A</a:t>
          </a:r>
        </a:p>
      </dsp:txBody>
      <dsp:txXfrm>
        <a:off x="1341044" y="3113190"/>
        <a:ext cx="782910" cy="486108"/>
      </dsp:txXfrm>
    </dsp:sp>
    <dsp:sp modelId="{AAE91560-8B37-42EC-B47F-09D7B7A18BDC}">
      <dsp:nvSpPr>
        <dsp:cNvPr id="0" name=""/>
        <dsp:cNvSpPr/>
      </dsp:nvSpPr>
      <dsp:spPr>
        <a:xfrm>
          <a:off x="2229428" y="2259387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102E26-1319-4B6A-9581-34721F502A9D}">
      <dsp:nvSpPr>
        <dsp:cNvPr id="0" name=""/>
        <dsp:cNvSpPr/>
      </dsp:nvSpPr>
      <dsp:spPr>
        <a:xfrm>
          <a:off x="2319778" y="2345220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MASTER DEPT B</a:t>
          </a:r>
        </a:p>
      </dsp:txBody>
      <dsp:txXfrm>
        <a:off x="2334901" y="2360343"/>
        <a:ext cx="782910" cy="486108"/>
      </dsp:txXfrm>
    </dsp:sp>
    <dsp:sp modelId="{8E23D162-16EA-4588-8675-2FD308D60361}">
      <dsp:nvSpPr>
        <dsp:cNvPr id="0" name=""/>
        <dsp:cNvSpPr/>
      </dsp:nvSpPr>
      <dsp:spPr>
        <a:xfrm>
          <a:off x="2229428" y="3012234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9514CF3-923A-48A8-86E0-3C179682F22A}">
      <dsp:nvSpPr>
        <dsp:cNvPr id="0" name=""/>
        <dsp:cNvSpPr/>
      </dsp:nvSpPr>
      <dsp:spPr>
        <a:xfrm>
          <a:off x="2319778" y="3098067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Operator B</a:t>
          </a:r>
        </a:p>
      </dsp:txBody>
      <dsp:txXfrm>
        <a:off x="2334901" y="3113190"/>
        <a:ext cx="782910" cy="486108"/>
      </dsp:txXfrm>
    </dsp:sp>
    <dsp:sp modelId="{704CC2C6-1F21-4206-A088-19E8442EF3EC}">
      <dsp:nvSpPr>
        <dsp:cNvPr id="0" name=""/>
        <dsp:cNvSpPr/>
      </dsp:nvSpPr>
      <dsp:spPr>
        <a:xfrm>
          <a:off x="3223285" y="2259387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07C97C-9604-4E1C-AAFA-869FE4FDA74E}">
      <dsp:nvSpPr>
        <dsp:cNvPr id="0" name=""/>
        <dsp:cNvSpPr/>
      </dsp:nvSpPr>
      <dsp:spPr>
        <a:xfrm>
          <a:off x="3313636" y="2345220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MASTER DEPT C</a:t>
          </a:r>
        </a:p>
      </dsp:txBody>
      <dsp:txXfrm>
        <a:off x="3328759" y="2360343"/>
        <a:ext cx="782910" cy="486108"/>
      </dsp:txXfrm>
    </dsp:sp>
    <dsp:sp modelId="{081188DF-5985-479C-BBA9-FD02C5AD7303}">
      <dsp:nvSpPr>
        <dsp:cNvPr id="0" name=""/>
        <dsp:cNvSpPr/>
      </dsp:nvSpPr>
      <dsp:spPr>
        <a:xfrm>
          <a:off x="3223285" y="3012234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456441-999D-47C7-888E-9199E09B8C05}">
      <dsp:nvSpPr>
        <dsp:cNvPr id="0" name=""/>
        <dsp:cNvSpPr/>
      </dsp:nvSpPr>
      <dsp:spPr>
        <a:xfrm>
          <a:off x="3313636" y="3098067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Operator C</a:t>
          </a:r>
        </a:p>
      </dsp:txBody>
      <dsp:txXfrm>
        <a:off x="3328759" y="3113190"/>
        <a:ext cx="782910" cy="486108"/>
      </dsp:txXfrm>
    </dsp:sp>
    <dsp:sp modelId="{4AD49AC1-4314-4CD3-8D53-F19D6DD415A9}">
      <dsp:nvSpPr>
        <dsp:cNvPr id="0" name=""/>
        <dsp:cNvSpPr/>
      </dsp:nvSpPr>
      <dsp:spPr>
        <a:xfrm>
          <a:off x="4217143" y="2259387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C468CB-711F-4D89-87EF-6ED378B69BD5}">
      <dsp:nvSpPr>
        <dsp:cNvPr id="0" name=""/>
        <dsp:cNvSpPr/>
      </dsp:nvSpPr>
      <dsp:spPr>
        <a:xfrm>
          <a:off x="4307494" y="2345220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MASTER DEPT D</a:t>
          </a:r>
        </a:p>
      </dsp:txBody>
      <dsp:txXfrm>
        <a:off x="4322617" y="2360343"/>
        <a:ext cx="782910" cy="486108"/>
      </dsp:txXfrm>
    </dsp:sp>
    <dsp:sp modelId="{EDFF3110-F2C3-4035-AB5D-AF0B65A3F5A0}">
      <dsp:nvSpPr>
        <dsp:cNvPr id="0" name=""/>
        <dsp:cNvSpPr/>
      </dsp:nvSpPr>
      <dsp:spPr>
        <a:xfrm>
          <a:off x="4217143" y="3012234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E7BEFC3-6FE9-4D4A-97E1-923182426637}">
      <dsp:nvSpPr>
        <dsp:cNvPr id="0" name=""/>
        <dsp:cNvSpPr/>
      </dsp:nvSpPr>
      <dsp:spPr>
        <a:xfrm>
          <a:off x="4307494" y="3098067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Operator D</a:t>
          </a:r>
        </a:p>
      </dsp:txBody>
      <dsp:txXfrm>
        <a:off x="4322617" y="3113190"/>
        <a:ext cx="782910" cy="486108"/>
      </dsp:txXfrm>
    </dsp:sp>
    <dsp:sp modelId="{F9D0E7F6-4FA9-4174-A6F8-5303ECF547EC}">
      <dsp:nvSpPr>
        <dsp:cNvPr id="0" name=""/>
        <dsp:cNvSpPr/>
      </dsp:nvSpPr>
      <dsp:spPr>
        <a:xfrm>
          <a:off x="5211001" y="2259387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C58AFC4-5324-4149-9575-F5799DC4F8F5}">
      <dsp:nvSpPr>
        <dsp:cNvPr id="0" name=""/>
        <dsp:cNvSpPr/>
      </dsp:nvSpPr>
      <dsp:spPr>
        <a:xfrm>
          <a:off x="5301352" y="2345220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MASTER DEPT E</a:t>
          </a:r>
        </a:p>
      </dsp:txBody>
      <dsp:txXfrm>
        <a:off x="5316475" y="2360343"/>
        <a:ext cx="782910" cy="486108"/>
      </dsp:txXfrm>
    </dsp:sp>
    <dsp:sp modelId="{0348F568-3075-4962-A4E5-2CEA03E97A7A}">
      <dsp:nvSpPr>
        <dsp:cNvPr id="0" name=""/>
        <dsp:cNvSpPr/>
      </dsp:nvSpPr>
      <dsp:spPr>
        <a:xfrm>
          <a:off x="5211001" y="3012234"/>
          <a:ext cx="813156" cy="5163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EF53B5-3955-4357-A07A-8748C1D3BE8F}">
      <dsp:nvSpPr>
        <dsp:cNvPr id="0" name=""/>
        <dsp:cNvSpPr/>
      </dsp:nvSpPr>
      <dsp:spPr>
        <a:xfrm>
          <a:off x="5301352" y="3098067"/>
          <a:ext cx="813156" cy="5163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Helper</a:t>
          </a:r>
        </a:p>
      </dsp:txBody>
      <dsp:txXfrm>
        <a:off x="5316475" y="3113190"/>
        <a:ext cx="782910" cy="4861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14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4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7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7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9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34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5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71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6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73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283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5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8044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51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1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28D109-23EA-47D4-A18D-B3B6641E56FD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1276FAA-088F-48A0-8AAC-F1363D358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69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7A22-3DA2-175A-7CD1-A36BC6381C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Admin Screen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6AC4E-0079-EB7B-2602-7012DC929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99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3831-EC7D-9539-D40D-22025B95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7447" y="4641241"/>
            <a:ext cx="6694363" cy="1507067"/>
          </a:xfrm>
        </p:spPr>
        <p:txBody>
          <a:bodyPr/>
          <a:lstStyle/>
          <a:p>
            <a:r>
              <a:rPr lang="en-US" dirty="0"/>
              <a:t>Admin screen – </a:t>
            </a:r>
            <a:br>
              <a:rPr lang="en-US" dirty="0"/>
            </a:br>
            <a:r>
              <a:rPr lang="en-US" dirty="0"/>
              <a:t>no. of widgets</a:t>
            </a:r>
          </a:p>
        </p:txBody>
      </p:sp>
      <p:pic>
        <p:nvPicPr>
          <p:cNvPr id="5" name="Content Placeholder 4" descr="A screenshot of a video conference&#10;&#10;Description automatically generated">
            <a:extLst>
              <a:ext uri="{FF2B5EF4-FFF2-40B4-BE49-F238E27FC236}">
                <a16:creationId xmlns:a16="http://schemas.microsoft.com/office/drawing/2014/main" id="{C49FCDC8-E7C9-F0CA-2AE5-F9BAE8F9A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9964"/>
          <a:stretch/>
        </p:blipFill>
        <p:spPr>
          <a:xfrm>
            <a:off x="437418" y="272541"/>
            <a:ext cx="4208473" cy="521082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249FFC-9F47-BEE2-560F-9303732888EA}"/>
              </a:ext>
            </a:extLst>
          </p:cNvPr>
          <p:cNvSpPr txBox="1"/>
          <p:nvPr/>
        </p:nvSpPr>
        <p:spPr>
          <a:xfrm>
            <a:off x="5052291" y="997527"/>
            <a:ext cx="4765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Accounting </a:t>
            </a:r>
          </a:p>
          <a:p>
            <a:r>
              <a:rPr lang="en-US" dirty="0"/>
              <a:t>Team Tax </a:t>
            </a:r>
          </a:p>
          <a:p>
            <a:r>
              <a:rPr lang="en-US" dirty="0"/>
              <a:t>Team Payroll </a:t>
            </a:r>
          </a:p>
          <a:p>
            <a:r>
              <a:rPr lang="en-US" dirty="0"/>
              <a:t>Team Compliance</a:t>
            </a:r>
          </a:p>
          <a:p>
            <a:r>
              <a:rPr lang="en-US" dirty="0"/>
              <a:t>Team Head/Directors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7218B-41D2-6620-E873-DC1473C13CE9}"/>
              </a:ext>
            </a:extLst>
          </p:cNvPr>
          <p:cNvSpPr txBox="1"/>
          <p:nvPr/>
        </p:nvSpPr>
        <p:spPr>
          <a:xfrm>
            <a:off x="5052291" y="2995647"/>
            <a:ext cx="4765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Accounting – “A” </a:t>
            </a:r>
          </a:p>
          <a:p>
            <a:r>
              <a:rPr lang="en-US" dirty="0"/>
              <a:t>Team Tax – “B”</a:t>
            </a:r>
          </a:p>
          <a:p>
            <a:r>
              <a:rPr lang="en-US" dirty="0"/>
              <a:t>Team Payroll – “C”</a:t>
            </a:r>
          </a:p>
          <a:p>
            <a:r>
              <a:rPr lang="en-US" dirty="0"/>
              <a:t>Team Compliance – “D”</a:t>
            </a:r>
          </a:p>
          <a:p>
            <a:r>
              <a:rPr lang="en-US" dirty="0"/>
              <a:t>Team Head/Directors – “E”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96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E6A3-BE48-8359-002F-8617F644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7350079" cy="1507067"/>
          </a:xfrm>
        </p:spPr>
        <p:txBody>
          <a:bodyPr>
            <a:normAutofit/>
          </a:bodyPr>
          <a:lstStyle/>
          <a:p>
            <a:r>
              <a:rPr lang="en-US" dirty="0"/>
              <a:t>User Roles Hierarchy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B975FEB-EB22-4265-87DB-98C8B1A03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59517"/>
            <a:ext cx="2981858" cy="3208867"/>
            <a:chOff x="9206969" y="2963333"/>
            <a:chExt cx="2981858" cy="32088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65F12FA-1912-4E22-A32D-0831ADB49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D85A33A-E141-4004-96FE-2B25852F7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DBBF9A1-F02B-475F-8E25-E42F60053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4E10861-F5C5-4FCE-BB8E-126306C8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EE8BD36-DC78-4FAA-AC76-FF2D4FAD33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C6164E-2F64-E98E-32D0-263F92F71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637698"/>
              </p:ext>
            </p:extLst>
          </p:nvPr>
        </p:nvGraphicFramePr>
        <p:xfrm>
          <a:off x="684212" y="685800"/>
          <a:ext cx="7350079" cy="361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9484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5116-9675-C30C-FE3E-A830B073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3019570" cy="1507067"/>
          </a:xfrm>
        </p:spPr>
        <p:txBody>
          <a:bodyPr/>
          <a:lstStyle/>
          <a:p>
            <a:r>
              <a:rPr lang="en-US" dirty="0"/>
              <a:t>Audit log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6B5734C7-36DC-43DA-F5A2-2889932C2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72" y="563299"/>
            <a:ext cx="6363975" cy="3614738"/>
          </a:xfrm>
        </p:spPr>
      </p:pic>
    </p:spTree>
    <p:extLst>
      <p:ext uri="{BB962C8B-B14F-4D97-AF65-F5344CB8AC3E}">
        <p14:creationId xmlns:p14="http://schemas.microsoft.com/office/powerpoint/2010/main" val="416762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F70D0-4EDB-9083-0BF3-01A285BA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Client account manger screen </a:t>
            </a:r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CAADD71-9A27-B7E8-B92B-09082D630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1" y="1274971"/>
            <a:ext cx="5615707" cy="357588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3465A6-2DDC-5C4F-CE49-331E81F89EFA}"/>
              </a:ext>
            </a:extLst>
          </p:cNvPr>
          <p:cNvSpPr txBox="1"/>
          <p:nvPr/>
        </p:nvSpPr>
        <p:spPr>
          <a:xfrm>
            <a:off x="6499654" y="733647"/>
            <a:ext cx="4419171" cy="35758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We need details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Client Name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SSN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Home address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Contact details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Bank Acc# Creditiional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Credit Card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Email Access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Accounting S/w access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sz="100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Business Entity 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TIN#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EDD#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Permit#</a:t>
            </a:r>
          </a:p>
        </p:txBody>
      </p:sp>
    </p:spTree>
    <p:extLst>
      <p:ext uri="{BB962C8B-B14F-4D97-AF65-F5344CB8AC3E}">
        <p14:creationId xmlns:p14="http://schemas.microsoft.com/office/powerpoint/2010/main" val="86134279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86</TotalTime>
  <Words>124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Slice</vt:lpstr>
      <vt:lpstr>Admin Screen </vt:lpstr>
      <vt:lpstr>Admin screen –  no. of widgets</vt:lpstr>
      <vt:lpstr>User Roles Hierarchy </vt:lpstr>
      <vt:lpstr>Audit log </vt:lpstr>
      <vt:lpstr>Client account manger screen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Navrisham Khaira</dc:creator>
  <cp:lastModifiedBy>Navrisham Khaira</cp:lastModifiedBy>
  <cp:revision>1</cp:revision>
  <dcterms:created xsi:type="dcterms:W3CDTF">2024-08-21T18:15:05Z</dcterms:created>
  <dcterms:modified xsi:type="dcterms:W3CDTF">2024-08-21T19:41:07Z</dcterms:modified>
</cp:coreProperties>
</file>